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8288000" cy="10287000"/>
  <p:notesSz cx="6858000" cy="9144000"/>
  <p:embeddedFontLst>
    <p:embeddedFont>
      <p:font typeface="Dela Gothic One" panose="020B0604020202020204" charset="-128"/>
      <p:regular r:id="rId16"/>
    </p:embeddedFont>
    <p:embeddedFont>
      <p:font typeface="Helvetica World Bold" panose="020B0604020202020204" charset="-128"/>
      <p:regular r:id="rId17"/>
    </p:embeddedFont>
    <p:embeddedFont>
      <p:font typeface="DM Sans" pitchFamily="2" charset="0"/>
      <p:regular r:id="rId18"/>
      <p:bold r:id="rId19"/>
    </p:embeddedFont>
    <p:embeddedFont>
      <p:font typeface="Open Sauce Bold" panose="020B0604020202020204" charset="0"/>
      <p:regular r:id="rId20"/>
    </p:embeddedFont>
    <p:embeddedFont>
      <p:font typeface="Open Sauce Heavy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05.05.2025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hyperlink" Target="https://gamma.app/?utm_source=made-with-gamma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hyperlink" Target="https://gamma.app/?utm_source=made-with-gamma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7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eg"/><Relationship Id="rId3" Type="http://schemas.openxmlformats.org/officeDocument/2006/relationships/image" Target="../media/image7.png"/><Relationship Id="rId7" Type="http://schemas.openxmlformats.org/officeDocument/2006/relationships/image" Target="../media/image2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jpe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047759" y="3749017"/>
            <a:ext cx="3240241" cy="6504134"/>
          </a:xfrm>
          <a:custGeom>
            <a:avLst/>
            <a:gdLst/>
            <a:ahLst/>
            <a:cxnLst/>
            <a:rect l="l" t="t" r="r" b="b"/>
            <a:pathLst>
              <a:path w="3240241" h="6504134">
                <a:moveTo>
                  <a:pt x="0" y="0"/>
                </a:moveTo>
                <a:lnTo>
                  <a:pt x="3240241" y="0"/>
                </a:lnTo>
                <a:lnTo>
                  <a:pt x="3240241" y="6504133"/>
                </a:lnTo>
                <a:lnTo>
                  <a:pt x="0" y="65041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032403" y="-1448305"/>
            <a:ext cx="5255597" cy="13183610"/>
            <a:chOff x="0" y="0"/>
            <a:chExt cx="1384190" cy="347222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84190" cy="3472226"/>
            </a:xfrm>
            <a:custGeom>
              <a:avLst/>
              <a:gdLst/>
              <a:ahLst/>
              <a:cxnLst/>
              <a:rect l="l" t="t" r="r" b="b"/>
              <a:pathLst>
                <a:path w="1384190" h="3472226">
                  <a:moveTo>
                    <a:pt x="0" y="0"/>
                  </a:moveTo>
                  <a:lnTo>
                    <a:pt x="1384190" y="0"/>
                  </a:lnTo>
                  <a:lnTo>
                    <a:pt x="1384190" y="3472226"/>
                  </a:lnTo>
                  <a:lnTo>
                    <a:pt x="0" y="3472226"/>
                  </a:lnTo>
                  <a:close/>
                </a:path>
              </a:pathLst>
            </a:custGeom>
            <a:solidFill>
              <a:srgbClr val="106861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1384190" cy="34912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9432880" y="1526000"/>
            <a:ext cx="7234999" cy="7234999"/>
          </a:xfrm>
          <a:custGeom>
            <a:avLst/>
            <a:gdLst/>
            <a:ahLst/>
            <a:cxnLst/>
            <a:rect l="l" t="t" r="r" b="b"/>
            <a:pathLst>
              <a:path w="7234999" h="7234999">
                <a:moveTo>
                  <a:pt x="0" y="0"/>
                </a:moveTo>
                <a:lnTo>
                  <a:pt x="7234999" y="0"/>
                </a:lnTo>
                <a:lnTo>
                  <a:pt x="7234999" y="7235000"/>
                </a:lnTo>
                <a:lnTo>
                  <a:pt x="0" y="7235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7" name="Group 7"/>
          <p:cNvGrpSpPr/>
          <p:nvPr/>
        </p:nvGrpSpPr>
        <p:grpSpPr>
          <a:xfrm>
            <a:off x="10106590" y="2199722"/>
            <a:ext cx="5887580" cy="5887556"/>
            <a:chOff x="0" y="0"/>
            <a:chExt cx="6350000" cy="634997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802945" y="4079601"/>
            <a:ext cx="47625" cy="3606885"/>
            <a:chOff x="0" y="0"/>
            <a:chExt cx="12543" cy="94996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543" cy="949961"/>
            </a:xfrm>
            <a:custGeom>
              <a:avLst/>
              <a:gdLst/>
              <a:ahLst/>
              <a:cxnLst/>
              <a:rect l="l" t="t" r="r" b="b"/>
              <a:pathLst>
                <a:path w="12543" h="949961">
                  <a:moveTo>
                    <a:pt x="0" y="0"/>
                  </a:moveTo>
                  <a:lnTo>
                    <a:pt x="12543" y="0"/>
                  </a:lnTo>
                  <a:lnTo>
                    <a:pt x="12543" y="949961"/>
                  </a:lnTo>
                  <a:lnTo>
                    <a:pt x="0" y="949961"/>
                  </a:lnTo>
                  <a:close/>
                </a:path>
              </a:pathLst>
            </a:custGeom>
            <a:solidFill>
              <a:srgbClr val="123D33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12543" cy="9690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850570" y="-426283"/>
            <a:ext cx="5252010" cy="5252010"/>
          </a:xfrm>
          <a:custGeom>
            <a:avLst/>
            <a:gdLst/>
            <a:ahLst/>
            <a:cxnLst/>
            <a:rect l="l" t="t" r="r" b="b"/>
            <a:pathLst>
              <a:path w="5252010" h="5252010">
                <a:moveTo>
                  <a:pt x="0" y="0"/>
                </a:moveTo>
                <a:lnTo>
                  <a:pt x="5252010" y="0"/>
                </a:lnTo>
                <a:lnTo>
                  <a:pt x="5252010" y="5252010"/>
                </a:lnTo>
                <a:lnTo>
                  <a:pt x="0" y="52520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180657" y="4382051"/>
            <a:ext cx="7214594" cy="1285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10"/>
              </a:lnSpc>
            </a:pPr>
            <a:r>
              <a:rPr lang="en-US" sz="7507" b="1" spc="-150">
                <a:solidFill>
                  <a:srgbClr val="19191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MINOR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80657" y="5438962"/>
            <a:ext cx="8293728" cy="2002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306"/>
              </a:lnSpc>
            </a:pPr>
            <a:r>
              <a:rPr lang="en-US" sz="11647" b="1" spc="-232">
                <a:solidFill>
                  <a:srgbClr val="191919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Project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572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20C0C">
                <a:alpha val="90196"/>
              </a:srgbClr>
            </a:solidFill>
          </p:spPr>
        </p:sp>
      </p:grpSp>
      <p:sp>
        <p:nvSpPr>
          <p:cNvPr id="5" name="Freeform 5" descr="preencoded.png">
            <a:hlinkClick r:id="rId4" tooltip="https://gamma.app/?utm_source=made-with-gamma"/>
          </p:cNvPr>
          <p:cNvSpPr/>
          <p:nvPr/>
        </p:nvSpPr>
        <p:spPr>
          <a:xfrm>
            <a:off x="16049019" y="9686925"/>
            <a:ext cx="2153256" cy="514350"/>
          </a:xfrm>
          <a:custGeom>
            <a:avLst/>
            <a:gdLst/>
            <a:ahLst/>
            <a:cxnLst/>
            <a:rect l="l" t="t" r="r" b="b"/>
            <a:pathLst>
              <a:path w="2153256" h="514350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 descr="preencoded.png"/>
          <p:cNvSpPr/>
          <p:nvPr/>
        </p:nvSpPr>
        <p:spPr>
          <a:xfrm>
            <a:off x="11439525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747490" y="1873430"/>
            <a:ext cx="11596910" cy="2221430"/>
            <a:chOff x="0" y="-28575"/>
            <a:chExt cx="15462546" cy="296190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662329" cy="2933332"/>
            </a:xfrm>
            <a:custGeom>
              <a:avLst/>
              <a:gdLst/>
              <a:ahLst/>
              <a:cxnLst/>
              <a:rect l="l" t="t" r="r" b="b"/>
              <a:pathLst>
                <a:path w="13662329" h="2933332">
                  <a:moveTo>
                    <a:pt x="0" y="0"/>
                  </a:moveTo>
                  <a:lnTo>
                    <a:pt x="13662329" y="0"/>
                  </a:lnTo>
                  <a:lnTo>
                    <a:pt x="13662329" y="2933332"/>
                  </a:lnTo>
                  <a:lnTo>
                    <a:pt x="0" y="29333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15462546" cy="296190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7503"/>
                </a:lnSpc>
              </a:pPr>
              <a:r>
                <a:rPr lang="en-US" sz="5962" dirty="0">
                  <a:solidFill>
                    <a:srgbClr val="FAEBEB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Neo Nova – </a:t>
              </a:r>
            </a:p>
            <a:p>
              <a:pPr algn="l">
                <a:lnSpc>
                  <a:spcPts val="7503"/>
                </a:lnSpc>
              </a:pPr>
              <a:r>
                <a:rPr lang="en-US" sz="5962" dirty="0">
                  <a:solidFill>
                    <a:srgbClr val="FAEBEB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A Futuristic AI Chatbot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47490" y="4489110"/>
            <a:ext cx="9534228" cy="907987"/>
            <a:chOff x="0" y="0"/>
            <a:chExt cx="12712303" cy="121064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712303" cy="1210649"/>
            </a:xfrm>
            <a:custGeom>
              <a:avLst/>
              <a:gdLst/>
              <a:ahLst/>
              <a:cxnLst/>
              <a:rect l="l" t="t" r="r" b="b"/>
              <a:pathLst>
                <a:path w="12712303" h="1210649">
                  <a:moveTo>
                    <a:pt x="0" y="0"/>
                  </a:moveTo>
                  <a:lnTo>
                    <a:pt x="12712303" y="0"/>
                  </a:lnTo>
                  <a:lnTo>
                    <a:pt x="12712303" y="1210649"/>
                  </a:lnTo>
                  <a:lnTo>
                    <a:pt x="0" y="121064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76200"/>
              <a:ext cx="12712303" cy="128684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692"/>
                </a:lnSpc>
              </a:pPr>
              <a:r>
                <a:rPr lang="en-US" sz="2325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Introducing Team 2CSE1 from IILM University, 4th Semester B.Tech Artificial Intelligence branch.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47490" y="6812845"/>
            <a:ext cx="9534228" cy="1056047"/>
            <a:chOff x="0" y="0"/>
            <a:chExt cx="12712303" cy="140806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712303" cy="1408063"/>
            </a:xfrm>
            <a:custGeom>
              <a:avLst/>
              <a:gdLst/>
              <a:ahLst/>
              <a:cxnLst/>
              <a:rect l="l" t="t" r="r" b="b"/>
              <a:pathLst>
                <a:path w="12712303" h="1408063">
                  <a:moveTo>
                    <a:pt x="0" y="0"/>
                  </a:moveTo>
                  <a:lnTo>
                    <a:pt x="12712303" y="0"/>
                  </a:lnTo>
                  <a:lnTo>
                    <a:pt x="12712303" y="1408063"/>
                  </a:lnTo>
                  <a:lnTo>
                    <a:pt x="0" y="14080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95250"/>
              <a:ext cx="12712303" cy="150331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327"/>
                </a:lnSpc>
              </a:pPr>
              <a:r>
                <a:rPr lang="en-US" sz="2724" dirty="0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Team Leader: Aditya Sahani. </a:t>
              </a:r>
            </a:p>
            <a:p>
              <a:pPr algn="l">
                <a:lnSpc>
                  <a:spcPts val="4327"/>
                </a:lnSpc>
              </a:pPr>
              <a:r>
                <a:rPr lang="en-US" sz="2724" dirty="0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Members: Mudit Agrawal, Nikhil Raghav, </a:t>
              </a:r>
              <a:r>
                <a:rPr lang="en-US" sz="2724" dirty="0" err="1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Parshant</a:t>
              </a:r>
              <a:r>
                <a:rPr lang="en-US" sz="2724" dirty="0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 Vashisht.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A0A">
                <a:alpha val="90196"/>
              </a:srgbClr>
            </a:solidFill>
          </p:spPr>
        </p:sp>
      </p:grpSp>
      <p:sp>
        <p:nvSpPr>
          <p:cNvPr id="5" name="Freeform 5" descr="preencoded.png"/>
          <p:cNvSpPr/>
          <p:nvPr/>
        </p:nvSpPr>
        <p:spPr>
          <a:xfrm>
            <a:off x="0" y="0"/>
            <a:ext cx="18288000" cy="3385245"/>
          </a:xfrm>
          <a:custGeom>
            <a:avLst/>
            <a:gdLst/>
            <a:ahLst/>
            <a:cxnLst/>
            <a:rect l="l" t="t" r="r" b="b"/>
            <a:pathLst>
              <a:path w="18288000" h="3385245">
                <a:moveTo>
                  <a:pt x="0" y="0"/>
                </a:moveTo>
                <a:lnTo>
                  <a:pt x="18288000" y="0"/>
                </a:lnTo>
                <a:lnTo>
                  <a:pt x="18288000" y="3385245"/>
                </a:lnTo>
                <a:lnTo>
                  <a:pt x="0" y="33852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7" r="-57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943124" y="4698058"/>
            <a:ext cx="8481982" cy="1185032"/>
            <a:chOff x="0" y="0"/>
            <a:chExt cx="11309309" cy="15800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309309" cy="1580042"/>
            </a:xfrm>
            <a:custGeom>
              <a:avLst/>
              <a:gdLst/>
              <a:ahLst/>
              <a:cxnLst/>
              <a:rect l="l" t="t" r="r" b="b"/>
              <a:pathLst>
                <a:path w="11309309" h="1580042">
                  <a:moveTo>
                    <a:pt x="0" y="0"/>
                  </a:moveTo>
                  <a:lnTo>
                    <a:pt x="11309309" y="0"/>
                  </a:lnTo>
                  <a:lnTo>
                    <a:pt x="11309309" y="1580042"/>
                  </a:lnTo>
                  <a:lnTo>
                    <a:pt x="0" y="15800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1309309" cy="161814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7125"/>
                </a:lnSpc>
              </a:pPr>
              <a:r>
                <a:rPr lang="en-US" sz="5662" u="sng" dirty="0">
                  <a:solidFill>
                    <a:srgbClr val="FAEBEB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Project Overview: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43124" y="6462415"/>
            <a:ext cx="5293073" cy="2044453"/>
            <a:chOff x="0" y="0"/>
            <a:chExt cx="7057430" cy="2725937"/>
          </a:xfrm>
        </p:grpSpPr>
        <p:sp>
          <p:nvSpPr>
            <p:cNvPr id="10" name="Freeform 10"/>
            <p:cNvSpPr/>
            <p:nvPr/>
          </p:nvSpPr>
          <p:spPr>
            <a:xfrm>
              <a:off x="6350" y="6350"/>
              <a:ext cx="7044817" cy="2713228"/>
            </a:xfrm>
            <a:custGeom>
              <a:avLst/>
              <a:gdLst/>
              <a:ahLst/>
              <a:cxnLst/>
              <a:rect l="l" t="t" r="r" b="b"/>
              <a:pathLst>
                <a:path w="7044817" h="2713228">
                  <a:moveTo>
                    <a:pt x="0" y="151638"/>
                  </a:moveTo>
                  <a:cubicBezTo>
                    <a:pt x="0" y="67945"/>
                    <a:pt x="68072" y="0"/>
                    <a:pt x="152146" y="0"/>
                  </a:cubicBezTo>
                  <a:lnTo>
                    <a:pt x="6892671" y="0"/>
                  </a:lnTo>
                  <a:cubicBezTo>
                    <a:pt x="6976618" y="0"/>
                    <a:pt x="7044817" y="67945"/>
                    <a:pt x="7044817" y="151638"/>
                  </a:cubicBezTo>
                  <a:lnTo>
                    <a:pt x="7044817" y="2561590"/>
                  </a:lnTo>
                  <a:cubicBezTo>
                    <a:pt x="7044817" y="2645410"/>
                    <a:pt x="6976745" y="2713228"/>
                    <a:pt x="6892671" y="2713228"/>
                  </a:cubicBezTo>
                  <a:lnTo>
                    <a:pt x="152146" y="2713228"/>
                  </a:lnTo>
                  <a:cubicBezTo>
                    <a:pt x="68072" y="2713228"/>
                    <a:pt x="0" y="2645283"/>
                    <a:pt x="0" y="2561590"/>
                  </a:cubicBezTo>
                  <a:close/>
                </a:path>
              </a:pathLst>
            </a:custGeom>
            <a:solidFill>
              <a:srgbClr val="740B0B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0" y="0"/>
              <a:ext cx="7057517" cy="2725928"/>
            </a:xfrm>
            <a:custGeom>
              <a:avLst/>
              <a:gdLst/>
              <a:ahLst/>
              <a:cxnLst/>
              <a:rect l="l" t="t" r="r" b="b"/>
              <a:pathLst>
                <a:path w="7057517" h="2725928">
                  <a:moveTo>
                    <a:pt x="0" y="157988"/>
                  </a:moveTo>
                  <a:cubicBezTo>
                    <a:pt x="0" y="70739"/>
                    <a:pt x="70993" y="0"/>
                    <a:pt x="158496" y="0"/>
                  </a:cubicBezTo>
                  <a:lnTo>
                    <a:pt x="6899021" y="0"/>
                  </a:lnTo>
                  <a:lnTo>
                    <a:pt x="6899021" y="6350"/>
                  </a:lnTo>
                  <a:lnTo>
                    <a:pt x="6899021" y="0"/>
                  </a:lnTo>
                  <a:cubicBezTo>
                    <a:pt x="6986524" y="0"/>
                    <a:pt x="7057517" y="70739"/>
                    <a:pt x="7057517" y="157988"/>
                  </a:cubicBezTo>
                  <a:lnTo>
                    <a:pt x="7051167" y="157988"/>
                  </a:lnTo>
                  <a:lnTo>
                    <a:pt x="7057517" y="157988"/>
                  </a:lnTo>
                  <a:lnTo>
                    <a:pt x="7057517" y="2567940"/>
                  </a:lnTo>
                  <a:lnTo>
                    <a:pt x="7051167" y="2567940"/>
                  </a:lnTo>
                  <a:lnTo>
                    <a:pt x="7057517" y="2567940"/>
                  </a:lnTo>
                  <a:cubicBezTo>
                    <a:pt x="7057517" y="2655189"/>
                    <a:pt x="6986524" y="2725928"/>
                    <a:pt x="6899021" y="2725928"/>
                  </a:cubicBezTo>
                  <a:lnTo>
                    <a:pt x="6899021" y="2719578"/>
                  </a:lnTo>
                  <a:lnTo>
                    <a:pt x="6899021" y="2725928"/>
                  </a:lnTo>
                  <a:lnTo>
                    <a:pt x="158496" y="2725928"/>
                  </a:lnTo>
                  <a:lnTo>
                    <a:pt x="158496" y="2719578"/>
                  </a:lnTo>
                  <a:lnTo>
                    <a:pt x="158496" y="2725928"/>
                  </a:lnTo>
                  <a:cubicBezTo>
                    <a:pt x="70993" y="2725928"/>
                    <a:pt x="0" y="2655189"/>
                    <a:pt x="0" y="2567940"/>
                  </a:cubicBezTo>
                  <a:lnTo>
                    <a:pt x="0" y="157988"/>
                  </a:lnTo>
                  <a:lnTo>
                    <a:pt x="6350" y="157988"/>
                  </a:lnTo>
                  <a:lnTo>
                    <a:pt x="0" y="157988"/>
                  </a:lnTo>
                  <a:moveTo>
                    <a:pt x="12700" y="157988"/>
                  </a:moveTo>
                  <a:lnTo>
                    <a:pt x="12700" y="2567940"/>
                  </a:lnTo>
                  <a:lnTo>
                    <a:pt x="6350" y="2567940"/>
                  </a:lnTo>
                  <a:lnTo>
                    <a:pt x="12700" y="2567940"/>
                  </a:lnTo>
                  <a:cubicBezTo>
                    <a:pt x="12700" y="2648204"/>
                    <a:pt x="77978" y="2713228"/>
                    <a:pt x="158496" y="2713228"/>
                  </a:cubicBezTo>
                  <a:lnTo>
                    <a:pt x="6899021" y="2713228"/>
                  </a:lnTo>
                  <a:cubicBezTo>
                    <a:pt x="6979539" y="2713228"/>
                    <a:pt x="7044817" y="2648204"/>
                    <a:pt x="7044817" y="2567940"/>
                  </a:cubicBezTo>
                  <a:lnTo>
                    <a:pt x="7044817" y="157988"/>
                  </a:lnTo>
                  <a:cubicBezTo>
                    <a:pt x="7044690" y="77724"/>
                    <a:pt x="6979539" y="12700"/>
                    <a:pt x="6899021" y="12700"/>
                  </a:cubicBezTo>
                  <a:lnTo>
                    <a:pt x="158496" y="12700"/>
                  </a:lnTo>
                  <a:lnTo>
                    <a:pt x="158496" y="6350"/>
                  </a:lnTo>
                  <a:lnTo>
                    <a:pt x="158496" y="12700"/>
                  </a:lnTo>
                  <a:cubicBezTo>
                    <a:pt x="77978" y="12700"/>
                    <a:pt x="12700" y="77724"/>
                    <a:pt x="12700" y="157988"/>
                  </a:cubicBezTo>
                  <a:close/>
                </a:path>
              </a:pathLst>
            </a:custGeom>
            <a:solidFill>
              <a:srgbClr val="8D2424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228130" y="6747421"/>
            <a:ext cx="3563391" cy="445294"/>
            <a:chOff x="0" y="0"/>
            <a:chExt cx="4751188" cy="59372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751188" cy="593725"/>
            </a:xfrm>
            <a:custGeom>
              <a:avLst/>
              <a:gdLst/>
              <a:ahLst/>
              <a:cxnLst/>
              <a:rect l="l" t="t" r="r" b="b"/>
              <a:pathLst>
                <a:path w="4751188" h="593725">
                  <a:moveTo>
                    <a:pt x="0" y="0"/>
                  </a:moveTo>
                  <a:lnTo>
                    <a:pt x="4751188" y="0"/>
                  </a:lnTo>
                  <a:lnTo>
                    <a:pt x="4751188" y="593725"/>
                  </a:lnTo>
                  <a:lnTo>
                    <a:pt x="0" y="5937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4751188" cy="6223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00"/>
                </a:lnSpc>
              </a:pPr>
              <a:r>
                <a:rPr lang="en-US" sz="2750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Purpose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28130" y="7355086"/>
            <a:ext cx="4723060" cy="866775"/>
            <a:chOff x="0" y="0"/>
            <a:chExt cx="6297413" cy="11557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297413" cy="1155700"/>
            </a:xfrm>
            <a:custGeom>
              <a:avLst/>
              <a:gdLst/>
              <a:ahLst/>
              <a:cxnLst/>
              <a:rect l="l" t="t" r="r" b="b"/>
              <a:pathLst>
                <a:path w="6297413" h="1155700">
                  <a:moveTo>
                    <a:pt x="0" y="0"/>
                  </a:moveTo>
                  <a:lnTo>
                    <a:pt x="6297413" y="0"/>
                  </a:lnTo>
                  <a:lnTo>
                    <a:pt x="6297413" y="1155700"/>
                  </a:lnTo>
                  <a:lnTo>
                    <a:pt x="0" y="11557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76200"/>
              <a:ext cx="6297413" cy="12319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74"/>
                </a:lnSpc>
              </a:pPr>
              <a:r>
                <a:rPr lang="en-US" sz="2125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Assist students with academic and general queries.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497390" y="6462415"/>
            <a:ext cx="5293073" cy="2044453"/>
            <a:chOff x="0" y="0"/>
            <a:chExt cx="7057430" cy="2725937"/>
          </a:xfrm>
        </p:grpSpPr>
        <p:sp>
          <p:nvSpPr>
            <p:cNvPr id="19" name="Freeform 19"/>
            <p:cNvSpPr/>
            <p:nvPr/>
          </p:nvSpPr>
          <p:spPr>
            <a:xfrm>
              <a:off x="6350" y="6350"/>
              <a:ext cx="7044817" cy="2713228"/>
            </a:xfrm>
            <a:custGeom>
              <a:avLst/>
              <a:gdLst/>
              <a:ahLst/>
              <a:cxnLst/>
              <a:rect l="l" t="t" r="r" b="b"/>
              <a:pathLst>
                <a:path w="7044817" h="2713228">
                  <a:moveTo>
                    <a:pt x="0" y="151638"/>
                  </a:moveTo>
                  <a:cubicBezTo>
                    <a:pt x="0" y="67945"/>
                    <a:pt x="68072" y="0"/>
                    <a:pt x="152146" y="0"/>
                  </a:cubicBezTo>
                  <a:lnTo>
                    <a:pt x="6892671" y="0"/>
                  </a:lnTo>
                  <a:cubicBezTo>
                    <a:pt x="6976618" y="0"/>
                    <a:pt x="7044817" y="67945"/>
                    <a:pt x="7044817" y="151638"/>
                  </a:cubicBezTo>
                  <a:lnTo>
                    <a:pt x="7044817" y="2561590"/>
                  </a:lnTo>
                  <a:cubicBezTo>
                    <a:pt x="7044817" y="2645410"/>
                    <a:pt x="6976745" y="2713228"/>
                    <a:pt x="6892671" y="2713228"/>
                  </a:cubicBezTo>
                  <a:lnTo>
                    <a:pt x="152146" y="2713228"/>
                  </a:lnTo>
                  <a:cubicBezTo>
                    <a:pt x="68072" y="2713228"/>
                    <a:pt x="0" y="2645283"/>
                    <a:pt x="0" y="2561590"/>
                  </a:cubicBezTo>
                  <a:close/>
                </a:path>
              </a:pathLst>
            </a:custGeom>
            <a:solidFill>
              <a:srgbClr val="740B0B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0" y="0"/>
              <a:ext cx="7057517" cy="2725928"/>
            </a:xfrm>
            <a:custGeom>
              <a:avLst/>
              <a:gdLst/>
              <a:ahLst/>
              <a:cxnLst/>
              <a:rect l="l" t="t" r="r" b="b"/>
              <a:pathLst>
                <a:path w="7057517" h="2725928">
                  <a:moveTo>
                    <a:pt x="0" y="157988"/>
                  </a:moveTo>
                  <a:cubicBezTo>
                    <a:pt x="0" y="70739"/>
                    <a:pt x="70993" y="0"/>
                    <a:pt x="158496" y="0"/>
                  </a:cubicBezTo>
                  <a:lnTo>
                    <a:pt x="6899021" y="0"/>
                  </a:lnTo>
                  <a:lnTo>
                    <a:pt x="6899021" y="6350"/>
                  </a:lnTo>
                  <a:lnTo>
                    <a:pt x="6899021" y="0"/>
                  </a:lnTo>
                  <a:cubicBezTo>
                    <a:pt x="6986524" y="0"/>
                    <a:pt x="7057517" y="70739"/>
                    <a:pt x="7057517" y="157988"/>
                  </a:cubicBezTo>
                  <a:lnTo>
                    <a:pt x="7051167" y="157988"/>
                  </a:lnTo>
                  <a:lnTo>
                    <a:pt x="7057517" y="157988"/>
                  </a:lnTo>
                  <a:lnTo>
                    <a:pt x="7057517" y="2567940"/>
                  </a:lnTo>
                  <a:lnTo>
                    <a:pt x="7051167" y="2567940"/>
                  </a:lnTo>
                  <a:lnTo>
                    <a:pt x="7057517" y="2567940"/>
                  </a:lnTo>
                  <a:cubicBezTo>
                    <a:pt x="7057517" y="2655189"/>
                    <a:pt x="6986524" y="2725928"/>
                    <a:pt x="6899021" y="2725928"/>
                  </a:cubicBezTo>
                  <a:lnTo>
                    <a:pt x="6899021" y="2719578"/>
                  </a:lnTo>
                  <a:lnTo>
                    <a:pt x="6899021" y="2725928"/>
                  </a:lnTo>
                  <a:lnTo>
                    <a:pt x="158496" y="2725928"/>
                  </a:lnTo>
                  <a:lnTo>
                    <a:pt x="158496" y="2719578"/>
                  </a:lnTo>
                  <a:lnTo>
                    <a:pt x="158496" y="2725928"/>
                  </a:lnTo>
                  <a:cubicBezTo>
                    <a:pt x="70993" y="2725928"/>
                    <a:pt x="0" y="2655189"/>
                    <a:pt x="0" y="2567940"/>
                  </a:cubicBezTo>
                  <a:lnTo>
                    <a:pt x="0" y="157988"/>
                  </a:lnTo>
                  <a:lnTo>
                    <a:pt x="6350" y="157988"/>
                  </a:lnTo>
                  <a:lnTo>
                    <a:pt x="0" y="157988"/>
                  </a:lnTo>
                  <a:moveTo>
                    <a:pt x="12700" y="157988"/>
                  </a:moveTo>
                  <a:lnTo>
                    <a:pt x="12700" y="2567940"/>
                  </a:lnTo>
                  <a:lnTo>
                    <a:pt x="6350" y="2567940"/>
                  </a:lnTo>
                  <a:lnTo>
                    <a:pt x="12700" y="2567940"/>
                  </a:lnTo>
                  <a:cubicBezTo>
                    <a:pt x="12700" y="2648204"/>
                    <a:pt x="77978" y="2713228"/>
                    <a:pt x="158496" y="2713228"/>
                  </a:cubicBezTo>
                  <a:lnTo>
                    <a:pt x="6899021" y="2713228"/>
                  </a:lnTo>
                  <a:cubicBezTo>
                    <a:pt x="6979539" y="2713228"/>
                    <a:pt x="7044817" y="2648204"/>
                    <a:pt x="7044817" y="2567940"/>
                  </a:cubicBezTo>
                  <a:lnTo>
                    <a:pt x="7044817" y="157988"/>
                  </a:lnTo>
                  <a:cubicBezTo>
                    <a:pt x="7044690" y="77724"/>
                    <a:pt x="6979539" y="12700"/>
                    <a:pt x="6899021" y="12700"/>
                  </a:cubicBezTo>
                  <a:lnTo>
                    <a:pt x="158496" y="12700"/>
                  </a:lnTo>
                  <a:lnTo>
                    <a:pt x="158496" y="6350"/>
                  </a:lnTo>
                  <a:lnTo>
                    <a:pt x="158496" y="12700"/>
                  </a:lnTo>
                  <a:cubicBezTo>
                    <a:pt x="77978" y="12700"/>
                    <a:pt x="12700" y="77724"/>
                    <a:pt x="12700" y="157988"/>
                  </a:cubicBezTo>
                  <a:close/>
                </a:path>
              </a:pathLst>
            </a:custGeom>
            <a:solidFill>
              <a:srgbClr val="8D2424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6782395" y="6747421"/>
            <a:ext cx="3563391" cy="445294"/>
            <a:chOff x="0" y="0"/>
            <a:chExt cx="4751188" cy="59372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751188" cy="593725"/>
            </a:xfrm>
            <a:custGeom>
              <a:avLst/>
              <a:gdLst/>
              <a:ahLst/>
              <a:cxnLst/>
              <a:rect l="l" t="t" r="r" b="b"/>
              <a:pathLst>
                <a:path w="4751188" h="593725">
                  <a:moveTo>
                    <a:pt x="0" y="0"/>
                  </a:moveTo>
                  <a:lnTo>
                    <a:pt x="4751188" y="0"/>
                  </a:lnTo>
                  <a:lnTo>
                    <a:pt x="4751188" y="593725"/>
                  </a:lnTo>
                  <a:lnTo>
                    <a:pt x="0" y="5937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28575"/>
              <a:ext cx="4751188" cy="6223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00"/>
                </a:lnSpc>
              </a:pPr>
              <a:r>
                <a:rPr lang="en-US" sz="2750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Technology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782395" y="7355086"/>
            <a:ext cx="4723060" cy="433388"/>
            <a:chOff x="0" y="0"/>
            <a:chExt cx="6297413" cy="57785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297413" cy="577850"/>
            </a:xfrm>
            <a:custGeom>
              <a:avLst/>
              <a:gdLst/>
              <a:ahLst/>
              <a:cxnLst/>
              <a:rect l="l" t="t" r="r" b="b"/>
              <a:pathLst>
                <a:path w="6297413" h="577850">
                  <a:moveTo>
                    <a:pt x="0" y="0"/>
                  </a:moveTo>
                  <a:lnTo>
                    <a:pt x="6297413" y="0"/>
                  </a:lnTo>
                  <a:lnTo>
                    <a:pt x="6297413" y="577850"/>
                  </a:lnTo>
                  <a:lnTo>
                    <a:pt x="0" y="5778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76200"/>
              <a:ext cx="6297413" cy="6540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74"/>
                </a:lnSpc>
              </a:pPr>
              <a:r>
                <a:rPr lang="en-US" sz="2125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Uses NLP and real-time search APIs.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051655" y="6462415"/>
            <a:ext cx="5293073" cy="2044453"/>
            <a:chOff x="0" y="0"/>
            <a:chExt cx="7057430" cy="2725937"/>
          </a:xfrm>
        </p:grpSpPr>
        <p:sp>
          <p:nvSpPr>
            <p:cNvPr id="28" name="Freeform 28"/>
            <p:cNvSpPr/>
            <p:nvPr/>
          </p:nvSpPr>
          <p:spPr>
            <a:xfrm>
              <a:off x="6350" y="6350"/>
              <a:ext cx="7044817" cy="2713228"/>
            </a:xfrm>
            <a:custGeom>
              <a:avLst/>
              <a:gdLst/>
              <a:ahLst/>
              <a:cxnLst/>
              <a:rect l="l" t="t" r="r" b="b"/>
              <a:pathLst>
                <a:path w="7044817" h="2713228">
                  <a:moveTo>
                    <a:pt x="0" y="151638"/>
                  </a:moveTo>
                  <a:cubicBezTo>
                    <a:pt x="0" y="67945"/>
                    <a:pt x="68072" y="0"/>
                    <a:pt x="152146" y="0"/>
                  </a:cubicBezTo>
                  <a:lnTo>
                    <a:pt x="6892671" y="0"/>
                  </a:lnTo>
                  <a:cubicBezTo>
                    <a:pt x="6976618" y="0"/>
                    <a:pt x="7044817" y="67945"/>
                    <a:pt x="7044817" y="151638"/>
                  </a:cubicBezTo>
                  <a:lnTo>
                    <a:pt x="7044817" y="2561590"/>
                  </a:lnTo>
                  <a:cubicBezTo>
                    <a:pt x="7044817" y="2645410"/>
                    <a:pt x="6976745" y="2713228"/>
                    <a:pt x="6892671" y="2713228"/>
                  </a:cubicBezTo>
                  <a:lnTo>
                    <a:pt x="152146" y="2713228"/>
                  </a:lnTo>
                  <a:cubicBezTo>
                    <a:pt x="68072" y="2713228"/>
                    <a:pt x="0" y="2645283"/>
                    <a:pt x="0" y="2561590"/>
                  </a:cubicBezTo>
                  <a:close/>
                </a:path>
              </a:pathLst>
            </a:custGeom>
            <a:solidFill>
              <a:srgbClr val="740B0B"/>
            </a:solidFill>
          </p:spPr>
        </p:sp>
        <p:sp>
          <p:nvSpPr>
            <p:cNvPr id="29" name="Freeform 29"/>
            <p:cNvSpPr/>
            <p:nvPr/>
          </p:nvSpPr>
          <p:spPr>
            <a:xfrm>
              <a:off x="0" y="0"/>
              <a:ext cx="7057517" cy="2725928"/>
            </a:xfrm>
            <a:custGeom>
              <a:avLst/>
              <a:gdLst/>
              <a:ahLst/>
              <a:cxnLst/>
              <a:rect l="l" t="t" r="r" b="b"/>
              <a:pathLst>
                <a:path w="7057517" h="2725928">
                  <a:moveTo>
                    <a:pt x="0" y="157988"/>
                  </a:moveTo>
                  <a:cubicBezTo>
                    <a:pt x="0" y="70739"/>
                    <a:pt x="70993" y="0"/>
                    <a:pt x="158496" y="0"/>
                  </a:cubicBezTo>
                  <a:lnTo>
                    <a:pt x="6899021" y="0"/>
                  </a:lnTo>
                  <a:lnTo>
                    <a:pt x="6899021" y="6350"/>
                  </a:lnTo>
                  <a:lnTo>
                    <a:pt x="6899021" y="0"/>
                  </a:lnTo>
                  <a:cubicBezTo>
                    <a:pt x="6986524" y="0"/>
                    <a:pt x="7057517" y="70739"/>
                    <a:pt x="7057517" y="157988"/>
                  </a:cubicBezTo>
                  <a:lnTo>
                    <a:pt x="7051167" y="157988"/>
                  </a:lnTo>
                  <a:lnTo>
                    <a:pt x="7057517" y="157988"/>
                  </a:lnTo>
                  <a:lnTo>
                    <a:pt x="7057517" y="2567940"/>
                  </a:lnTo>
                  <a:lnTo>
                    <a:pt x="7051167" y="2567940"/>
                  </a:lnTo>
                  <a:lnTo>
                    <a:pt x="7057517" y="2567940"/>
                  </a:lnTo>
                  <a:cubicBezTo>
                    <a:pt x="7057517" y="2655189"/>
                    <a:pt x="6986524" y="2725928"/>
                    <a:pt x="6899021" y="2725928"/>
                  </a:cubicBezTo>
                  <a:lnTo>
                    <a:pt x="6899021" y="2719578"/>
                  </a:lnTo>
                  <a:lnTo>
                    <a:pt x="6899021" y="2725928"/>
                  </a:lnTo>
                  <a:lnTo>
                    <a:pt x="158496" y="2725928"/>
                  </a:lnTo>
                  <a:lnTo>
                    <a:pt x="158496" y="2719578"/>
                  </a:lnTo>
                  <a:lnTo>
                    <a:pt x="158496" y="2725928"/>
                  </a:lnTo>
                  <a:cubicBezTo>
                    <a:pt x="70993" y="2725928"/>
                    <a:pt x="0" y="2655189"/>
                    <a:pt x="0" y="2567940"/>
                  </a:cubicBezTo>
                  <a:lnTo>
                    <a:pt x="0" y="157988"/>
                  </a:lnTo>
                  <a:lnTo>
                    <a:pt x="6350" y="157988"/>
                  </a:lnTo>
                  <a:lnTo>
                    <a:pt x="0" y="157988"/>
                  </a:lnTo>
                  <a:moveTo>
                    <a:pt x="12700" y="157988"/>
                  </a:moveTo>
                  <a:lnTo>
                    <a:pt x="12700" y="2567940"/>
                  </a:lnTo>
                  <a:lnTo>
                    <a:pt x="6350" y="2567940"/>
                  </a:lnTo>
                  <a:lnTo>
                    <a:pt x="12700" y="2567940"/>
                  </a:lnTo>
                  <a:cubicBezTo>
                    <a:pt x="12700" y="2648204"/>
                    <a:pt x="77978" y="2713228"/>
                    <a:pt x="158496" y="2713228"/>
                  </a:cubicBezTo>
                  <a:lnTo>
                    <a:pt x="6899021" y="2713228"/>
                  </a:lnTo>
                  <a:cubicBezTo>
                    <a:pt x="6979539" y="2713228"/>
                    <a:pt x="7044817" y="2648204"/>
                    <a:pt x="7044817" y="2567940"/>
                  </a:cubicBezTo>
                  <a:lnTo>
                    <a:pt x="7044817" y="157988"/>
                  </a:lnTo>
                  <a:cubicBezTo>
                    <a:pt x="7044690" y="77724"/>
                    <a:pt x="6979539" y="12700"/>
                    <a:pt x="6899021" y="12700"/>
                  </a:cubicBezTo>
                  <a:lnTo>
                    <a:pt x="158496" y="12700"/>
                  </a:lnTo>
                  <a:lnTo>
                    <a:pt x="158496" y="6350"/>
                  </a:lnTo>
                  <a:lnTo>
                    <a:pt x="158496" y="12700"/>
                  </a:lnTo>
                  <a:cubicBezTo>
                    <a:pt x="77978" y="12700"/>
                    <a:pt x="12700" y="77724"/>
                    <a:pt x="12700" y="157988"/>
                  </a:cubicBezTo>
                  <a:close/>
                </a:path>
              </a:pathLst>
            </a:custGeom>
            <a:solidFill>
              <a:srgbClr val="8D2424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12336661" y="6747421"/>
            <a:ext cx="3563391" cy="445294"/>
            <a:chOff x="0" y="0"/>
            <a:chExt cx="4751188" cy="593725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751188" cy="593725"/>
            </a:xfrm>
            <a:custGeom>
              <a:avLst/>
              <a:gdLst/>
              <a:ahLst/>
              <a:cxnLst/>
              <a:rect l="l" t="t" r="r" b="b"/>
              <a:pathLst>
                <a:path w="4751188" h="593725">
                  <a:moveTo>
                    <a:pt x="0" y="0"/>
                  </a:moveTo>
                  <a:lnTo>
                    <a:pt x="4751188" y="0"/>
                  </a:lnTo>
                  <a:lnTo>
                    <a:pt x="4751188" y="593725"/>
                  </a:lnTo>
                  <a:lnTo>
                    <a:pt x="0" y="5937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28575"/>
              <a:ext cx="4751188" cy="6223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00"/>
                </a:lnSpc>
              </a:pPr>
              <a:r>
                <a:rPr lang="en-US" sz="2750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Interaction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2336661" y="7355086"/>
            <a:ext cx="4723060" cy="433388"/>
            <a:chOff x="0" y="0"/>
            <a:chExt cx="6297413" cy="57785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6297413" cy="577850"/>
            </a:xfrm>
            <a:custGeom>
              <a:avLst/>
              <a:gdLst/>
              <a:ahLst/>
              <a:cxnLst/>
              <a:rect l="l" t="t" r="r" b="b"/>
              <a:pathLst>
                <a:path w="6297413" h="577850">
                  <a:moveTo>
                    <a:pt x="0" y="0"/>
                  </a:moveTo>
                  <a:lnTo>
                    <a:pt x="6297413" y="0"/>
                  </a:lnTo>
                  <a:lnTo>
                    <a:pt x="6297413" y="577850"/>
                  </a:lnTo>
                  <a:lnTo>
                    <a:pt x="0" y="5778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-76200"/>
              <a:ext cx="6297413" cy="6540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74"/>
                </a:lnSpc>
              </a:pPr>
              <a:r>
                <a:rPr lang="en-US" sz="2125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Smart, conversational AI experience.</a:t>
              </a:r>
            </a:p>
          </p:txBody>
        </p:sp>
      </p:grp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A0A">
                <a:alpha val="90196"/>
              </a:srgbClr>
            </a:solidFill>
          </p:spPr>
        </p:sp>
      </p:grpSp>
      <p:sp>
        <p:nvSpPr>
          <p:cNvPr id="5" name="Freeform 5" descr="preencoded.png">
            <a:hlinkClick r:id="rId4" tooltip="https://gamma.app/?utm_source=made-with-gamma"/>
          </p:cNvPr>
          <p:cNvSpPr/>
          <p:nvPr/>
        </p:nvSpPr>
        <p:spPr>
          <a:xfrm>
            <a:off x="16049019" y="9686925"/>
            <a:ext cx="2153256" cy="514350"/>
          </a:xfrm>
          <a:custGeom>
            <a:avLst/>
            <a:gdLst/>
            <a:ahLst/>
            <a:cxnLst/>
            <a:rect l="l" t="t" r="r" b="b"/>
            <a:pathLst>
              <a:path w="2153256" h="514350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 descr="preencoded.png"/>
          <p:cNvSpPr/>
          <p:nvPr/>
        </p:nvSpPr>
        <p:spPr>
          <a:xfrm>
            <a:off x="1143000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947886" y="2279983"/>
            <a:ext cx="9720114" cy="1402174"/>
            <a:chOff x="0" y="-28575"/>
            <a:chExt cx="12960153" cy="18695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501710" cy="1840990"/>
            </a:xfrm>
            <a:custGeom>
              <a:avLst/>
              <a:gdLst/>
              <a:ahLst/>
              <a:cxnLst/>
              <a:rect l="l" t="t" r="r" b="b"/>
              <a:pathLst>
                <a:path w="10501710" h="1840990">
                  <a:moveTo>
                    <a:pt x="0" y="0"/>
                  </a:moveTo>
                  <a:lnTo>
                    <a:pt x="10501710" y="0"/>
                  </a:lnTo>
                  <a:lnTo>
                    <a:pt x="10501710" y="1840990"/>
                  </a:lnTo>
                  <a:lnTo>
                    <a:pt x="0" y="18409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12960153" cy="186956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7000"/>
                </a:lnSpc>
              </a:pPr>
              <a:r>
                <a:rPr lang="en-US" sz="5562" u="sng" dirty="0">
                  <a:solidFill>
                    <a:srgbClr val="FAEBEB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Project Objectives: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43124" y="4388198"/>
            <a:ext cx="618828" cy="618828"/>
            <a:chOff x="0" y="0"/>
            <a:chExt cx="825103" cy="825103"/>
          </a:xfrm>
        </p:grpSpPr>
        <p:sp>
          <p:nvSpPr>
            <p:cNvPr id="11" name="Freeform 11"/>
            <p:cNvSpPr/>
            <p:nvPr/>
          </p:nvSpPr>
          <p:spPr>
            <a:xfrm>
              <a:off x="6350" y="6350"/>
              <a:ext cx="812419" cy="812419"/>
            </a:xfrm>
            <a:custGeom>
              <a:avLst/>
              <a:gdLst/>
              <a:ahLst/>
              <a:cxnLst/>
              <a:rect l="l" t="t" r="r" b="b"/>
              <a:pathLst>
                <a:path w="812419" h="812419">
                  <a:moveTo>
                    <a:pt x="0" y="151638"/>
                  </a:moveTo>
                  <a:cubicBezTo>
                    <a:pt x="0" y="67945"/>
                    <a:pt x="67945" y="0"/>
                    <a:pt x="151638" y="0"/>
                  </a:cubicBezTo>
                  <a:lnTo>
                    <a:pt x="660781" y="0"/>
                  </a:lnTo>
                  <a:cubicBezTo>
                    <a:pt x="744601" y="0"/>
                    <a:pt x="812419" y="67945"/>
                    <a:pt x="812419" y="151638"/>
                  </a:cubicBezTo>
                  <a:lnTo>
                    <a:pt x="812419" y="660781"/>
                  </a:lnTo>
                  <a:cubicBezTo>
                    <a:pt x="812419" y="744601"/>
                    <a:pt x="744474" y="812419"/>
                    <a:pt x="660781" y="812419"/>
                  </a:cubicBezTo>
                  <a:lnTo>
                    <a:pt x="151638" y="812419"/>
                  </a:lnTo>
                  <a:cubicBezTo>
                    <a:pt x="67945" y="812419"/>
                    <a:pt x="0" y="744474"/>
                    <a:pt x="0" y="660781"/>
                  </a:cubicBezTo>
                  <a:close/>
                </a:path>
              </a:pathLst>
            </a:custGeom>
            <a:solidFill>
              <a:srgbClr val="740B0B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0" y="0"/>
              <a:ext cx="825119" cy="825119"/>
            </a:xfrm>
            <a:custGeom>
              <a:avLst/>
              <a:gdLst/>
              <a:ahLst/>
              <a:cxnLst/>
              <a:rect l="l" t="t" r="r" b="b"/>
              <a:pathLst>
                <a:path w="825119" h="825119">
                  <a:moveTo>
                    <a:pt x="0" y="157988"/>
                  </a:moveTo>
                  <a:cubicBezTo>
                    <a:pt x="0" y="70739"/>
                    <a:pt x="70739" y="0"/>
                    <a:pt x="157988" y="0"/>
                  </a:cubicBezTo>
                  <a:lnTo>
                    <a:pt x="667131" y="0"/>
                  </a:lnTo>
                  <a:lnTo>
                    <a:pt x="667131" y="6350"/>
                  </a:lnTo>
                  <a:lnTo>
                    <a:pt x="667131" y="0"/>
                  </a:lnTo>
                  <a:lnTo>
                    <a:pt x="667131" y="6350"/>
                  </a:lnTo>
                  <a:lnTo>
                    <a:pt x="667131" y="0"/>
                  </a:lnTo>
                  <a:cubicBezTo>
                    <a:pt x="754380" y="0"/>
                    <a:pt x="825119" y="70739"/>
                    <a:pt x="825119" y="157988"/>
                  </a:cubicBezTo>
                  <a:lnTo>
                    <a:pt x="825119" y="667131"/>
                  </a:lnTo>
                  <a:lnTo>
                    <a:pt x="818769" y="667131"/>
                  </a:lnTo>
                  <a:lnTo>
                    <a:pt x="825119" y="667131"/>
                  </a:lnTo>
                  <a:cubicBezTo>
                    <a:pt x="825119" y="754380"/>
                    <a:pt x="754380" y="825119"/>
                    <a:pt x="667131" y="825119"/>
                  </a:cubicBezTo>
                  <a:lnTo>
                    <a:pt x="667131" y="818769"/>
                  </a:lnTo>
                  <a:lnTo>
                    <a:pt x="667131" y="825119"/>
                  </a:lnTo>
                  <a:lnTo>
                    <a:pt x="157988" y="825119"/>
                  </a:lnTo>
                  <a:lnTo>
                    <a:pt x="157988" y="818769"/>
                  </a:lnTo>
                  <a:lnTo>
                    <a:pt x="157988" y="825119"/>
                  </a:lnTo>
                  <a:cubicBezTo>
                    <a:pt x="70739" y="825119"/>
                    <a:pt x="0" y="754380"/>
                    <a:pt x="0" y="667131"/>
                  </a:cubicBezTo>
                  <a:lnTo>
                    <a:pt x="0" y="157988"/>
                  </a:lnTo>
                  <a:lnTo>
                    <a:pt x="6350" y="157988"/>
                  </a:lnTo>
                  <a:lnTo>
                    <a:pt x="0" y="157988"/>
                  </a:lnTo>
                  <a:moveTo>
                    <a:pt x="12700" y="157988"/>
                  </a:moveTo>
                  <a:lnTo>
                    <a:pt x="12700" y="667131"/>
                  </a:lnTo>
                  <a:lnTo>
                    <a:pt x="6350" y="667131"/>
                  </a:lnTo>
                  <a:lnTo>
                    <a:pt x="12700" y="667131"/>
                  </a:lnTo>
                  <a:cubicBezTo>
                    <a:pt x="12700" y="747395"/>
                    <a:pt x="77724" y="812419"/>
                    <a:pt x="157988" y="812419"/>
                  </a:cubicBezTo>
                  <a:lnTo>
                    <a:pt x="667131" y="812419"/>
                  </a:lnTo>
                  <a:cubicBezTo>
                    <a:pt x="747395" y="812419"/>
                    <a:pt x="812419" y="747395"/>
                    <a:pt x="812419" y="667131"/>
                  </a:cubicBezTo>
                  <a:lnTo>
                    <a:pt x="812419" y="157988"/>
                  </a:lnTo>
                  <a:lnTo>
                    <a:pt x="818769" y="157988"/>
                  </a:lnTo>
                  <a:lnTo>
                    <a:pt x="812419" y="157988"/>
                  </a:lnTo>
                  <a:cubicBezTo>
                    <a:pt x="812419" y="77724"/>
                    <a:pt x="747395" y="12700"/>
                    <a:pt x="667131" y="12700"/>
                  </a:cubicBezTo>
                  <a:lnTo>
                    <a:pt x="157988" y="12700"/>
                  </a:lnTo>
                  <a:lnTo>
                    <a:pt x="157988" y="6350"/>
                  </a:lnTo>
                  <a:lnTo>
                    <a:pt x="157988" y="12700"/>
                  </a:lnTo>
                  <a:cubicBezTo>
                    <a:pt x="77724" y="12700"/>
                    <a:pt x="12700" y="77724"/>
                    <a:pt x="12700" y="157988"/>
                  </a:cubicBezTo>
                  <a:close/>
                </a:path>
              </a:pathLst>
            </a:custGeom>
            <a:solidFill>
              <a:srgbClr val="8D2424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827907" y="4392960"/>
            <a:ext cx="3751809" cy="890587"/>
            <a:chOff x="0" y="0"/>
            <a:chExt cx="5002412" cy="11874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002412" cy="1187450"/>
            </a:xfrm>
            <a:custGeom>
              <a:avLst/>
              <a:gdLst/>
              <a:ahLst/>
              <a:cxnLst/>
              <a:rect l="l" t="t" r="r" b="b"/>
              <a:pathLst>
                <a:path w="5002412" h="1187450">
                  <a:moveTo>
                    <a:pt x="0" y="0"/>
                  </a:moveTo>
                  <a:lnTo>
                    <a:pt x="5002412" y="0"/>
                  </a:lnTo>
                  <a:lnTo>
                    <a:pt x="5002412" y="1187450"/>
                  </a:lnTo>
                  <a:lnTo>
                    <a:pt x="0" y="11874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5002412" cy="121602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00"/>
                </a:lnSpc>
              </a:pPr>
              <a:r>
                <a:rPr lang="en-US" sz="2750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Intelligent support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827907" y="5445919"/>
            <a:ext cx="3751809" cy="433388"/>
            <a:chOff x="0" y="0"/>
            <a:chExt cx="5002412" cy="57785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002412" cy="577850"/>
            </a:xfrm>
            <a:custGeom>
              <a:avLst/>
              <a:gdLst/>
              <a:ahLst/>
              <a:cxnLst/>
              <a:rect l="l" t="t" r="r" b="b"/>
              <a:pathLst>
                <a:path w="5002412" h="577850">
                  <a:moveTo>
                    <a:pt x="0" y="0"/>
                  </a:moveTo>
                  <a:lnTo>
                    <a:pt x="5002412" y="0"/>
                  </a:lnTo>
                  <a:lnTo>
                    <a:pt x="5002412" y="577850"/>
                  </a:lnTo>
                  <a:lnTo>
                    <a:pt x="0" y="5778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76200"/>
              <a:ext cx="5002412" cy="6540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74"/>
                </a:lnSpc>
              </a:pPr>
              <a:r>
                <a:rPr lang="en-US" sz="2125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For academic progress.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845671" y="4388198"/>
            <a:ext cx="618827" cy="618828"/>
            <a:chOff x="0" y="0"/>
            <a:chExt cx="825103" cy="825103"/>
          </a:xfrm>
        </p:grpSpPr>
        <p:sp>
          <p:nvSpPr>
            <p:cNvPr id="20" name="Freeform 20"/>
            <p:cNvSpPr/>
            <p:nvPr/>
          </p:nvSpPr>
          <p:spPr>
            <a:xfrm>
              <a:off x="6350" y="6350"/>
              <a:ext cx="812419" cy="812419"/>
            </a:xfrm>
            <a:custGeom>
              <a:avLst/>
              <a:gdLst/>
              <a:ahLst/>
              <a:cxnLst/>
              <a:rect l="l" t="t" r="r" b="b"/>
              <a:pathLst>
                <a:path w="812419" h="812419">
                  <a:moveTo>
                    <a:pt x="0" y="151638"/>
                  </a:moveTo>
                  <a:cubicBezTo>
                    <a:pt x="0" y="67945"/>
                    <a:pt x="67945" y="0"/>
                    <a:pt x="151638" y="0"/>
                  </a:cubicBezTo>
                  <a:lnTo>
                    <a:pt x="660781" y="0"/>
                  </a:lnTo>
                  <a:cubicBezTo>
                    <a:pt x="744601" y="0"/>
                    <a:pt x="812419" y="67945"/>
                    <a:pt x="812419" y="151638"/>
                  </a:cubicBezTo>
                  <a:lnTo>
                    <a:pt x="812419" y="660781"/>
                  </a:lnTo>
                  <a:cubicBezTo>
                    <a:pt x="812419" y="744601"/>
                    <a:pt x="744474" y="812419"/>
                    <a:pt x="660781" y="812419"/>
                  </a:cubicBezTo>
                  <a:lnTo>
                    <a:pt x="151638" y="812419"/>
                  </a:lnTo>
                  <a:cubicBezTo>
                    <a:pt x="67945" y="812419"/>
                    <a:pt x="0" y="744474"/>
                    <a:pt x="0" y="660781"/>
                  </a:cubicBezTo>
                  <a:close/>
                </a:path>
              </a:pathLst>
            </a:custGeom>
            <a:solidFill>
              <a:srgbClr val="740B0B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0"/>
              <a:ext cx="825119" cy="825119"/>
            </a:xfrm>
            <a:custGeom>
              <a:avLst/>
              <a:gdLst/>
              <a:ahLst/>
              <a:cxnLst/>
              <a:rect l="l" t="t" r="r" b="b"/>
              <a:pathLst>
                <a:path w="825119" h="825119">
                  <a:moveTo>
                    <a:pt x="0" y="157988"/>
                  </a:moveTo>
                  <a:cubicBezTo>
                    <a:pt x="0" y="70739"/>
                    <a:pt x="70739" y="0"/>
                    <a:pt x="157988" y="0"/>
                  </a:cubicBezTo>
                  <a:lnTo>
                    <a:pt x="667131" y="0"/>
                  </a:lnTo>
                  <a:lnTo>
                    <a:pt x="667131" y="6350"/>
                  </a:lnTo>
                  <a:lnTo>
                    <a:pt x="667131" y="0"/>
                  </a:lnTo>
                  <a:lnTo>
                    <a:pt x="667131" y="6350"/>
                  </a:lnTo>
                  <a:lnTo>
                    <a:pt x="667131" y="0"/>
                  </a:lnTo>
                  <a:cubicBezTo>
                    <a:pt x="754380" y="0"/>
                    <a:pt x="825119" y="70739"/>
                    <a:pt x="825119" y="157988"/>
                  </a:cubicBezTo>
                  <a:lnTo>
                    <a:pt x="825119" y="667131"/>
                  </a:lnTo>
                  <a:lnTo>
                    <a:pt x="818769" y="667131"/>
                  </a:lnTo>
                  <a:lnTo>
                    <a:pt x="825119" y="667131"/>
                  </a:lnTo>
                  <a:cubicBezTo>
                    <a:pt x="825119" y="754380"/>
                    <a:pt x="754380" y="825119"/>
                    <a:pt x="667131" y="825119"/>
                  </a:cubicBezTo>
                  <a:lnTo>
                    <a:pt x="667131" y="818769"/>
                  </a:lnTo>
                  <a:lnTo>
                    <a:pt x="667131" y="825119"/>
                  </a:lnTo>
                  <a:lnTo>
                    <a:pt x="157988" y="825119"/>
                  </a:lnTo>
                  <a:lnTo>
                    <a:pt x="157988" y="818769"/>
                  </a:lnTo>
                  <a:lnTo>
                    <a:pt x="157988" y="825119"/>
                  </a:lnTo>
                  <a:cubicBezTo>
                    <a:pt x="70739" y="825119"/>
                    <a:pt x="0" y="754380"/>
                    <a:pt x="0" y="667131"/>
                  </a:cubicBezTo>
                  <a:lnTo>
                    <a:pt x="0" y="157988"/>
                  </a:lnTo>
                  <a:lnTo>
                    <a:pt x="6350" y="157988"/>
                  </a:lnTo>
                  <a:lnTo>
                    <a:pt x="0" y="157988"/>
                  </a:lnTo>
                  <a:moveTo>
                    <a:pt x="12700" y="157988"/>
                  </a:moveTo>
                  <a:lnTo>
                    <a:pt x="12700" y="667131"/>
                  </a:lnTo>
                  <a:lnTo>
                    <a:pt x="6350" y="667131"/>
                  </a:lnTo>
                  <a:lnTo>
                    <a:pt x="12700" y="667131"/>
                  </a:lnTo>
                  <a:cubicBezTo>
                    <a:pt x="12700" y="747395"/>
                    <a:pt x="77724" y="812419"/>
                    <a:pt x="157988" y="812419"/>
                  </a:cubicBezTo>
                  <a:lnTo>
                    <a:pt x="667131" y="812419"/>
                  </a:lnTo>
                  <a:cubicBezTo>
                    <a:pt x="747395" y="812419"/>
                    <a:pt x="812419" y="747395"/>
                    <a:pt x="812419" y="667131"/>
                  </a:cubicBezTo>
                  <a:lnTo>
                    <a:pt x="812419" y="157988"/>
                  </a:lnTo>
                  <a:lnTo>
                    <a:pt x="818769" y="157988"/>
                  </a:lnTo>
                  <a:lnTo>
                    <a:pt x="812419" y="157988"/>
                  </a:lnTo>
                  <a:cubicBezTo>
                    <a:pt x="812419" y="77724"/>
                    <a:pt x="747395" y="12700"/>
                    <a:pt x="667131" y="12700"/>
                  </a:cubicBezTo>
                  <a:lnTo>
                    <a:pt x="157988" y="12700"/>
                  </a:lnTo>
                  <a:lnTo>
                    <a:pt x="157988" y="6350"/>
                  </a:lnTo>
                  <a:lnTo>
                    <a:pt x="157988" y="12700"/>
                  </a:lnTo>
                  <a:cubicBezTo>
                    <a:pt x="77724" y="12700"/>
                    <a:pt x="12700" y="77724"/>
                    <a:pt x="12700" y="157988"/>
                  </a:cubicBezTo>
                  <a:close/>
                </a:path>
              </a:pathLst>
            </a:custGeom>
            <a:solidFill>
              <a:srgbClr val="8D2424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6730454" y="4392960"/>
            <a:ext cx="3751809" cy="890587"/>
            <a:chOff x="0" y="0"/>
            <a:chExt cx="5002412" cy="118745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002412" cy="1187450"/>
            </a:xfrm>
            <a:custGeom>
              <a:avLst/>
              <a:gdLst/>
              <a:ahLst/>
              <a:cxnLst/>
              <a:rect l="l" t="t" r="r" b="b"/>
              <a:pathLst>
                <a:path w="5002412" h="1187450">
                  <a:moveTo>
                    <a:pt x="0" y="0"/>
                  </a:moveTo>
                  <a:lnTo>
                    <a:pt x="5002412" y="0"/>
                  </a:lnTo>
                  <a:lnTo>
                    <a:pt x="5002412" y="1187450"/>
                  </a:lnTo>
                  <a:lnTo>
                    <a:pt x="0" y="11874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28575"/>
              <a:ext cx="5002412" cy="121602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00"/>
                </a:lnSpc>
              </a:pPr>
              <a:r>
                <a:rPr lang="en-US" sz="2750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Real-time answers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730454" y="5445919"/>
            <a:ext cx="3751809" cy="433388"/>
            <a:chOff x="0" y="0"/>
            <a:chExt cx="5002412" cy="57785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002412" cy="577850"/>
            </a:xfrm>
            <a:custGeom>
              <a:avLst/>
              <a:gdLst/>
              <a:ahLst/>
              <a:cxnLst/>
              <a:rect l="l" t="t" r="r" b="b"/>
              <a:pathLst>
                <a:path w="5002412" h="577850">
                  <a:moveTo>
                    <a:pt x="0" y="0"/>
                  </a:moveTo>
                  <a:lnTo>
                    <a:pt x="5002412" y="0"/>
                  </a:lnTo>
                  <a:lnTo>
                    <a:pt x="5002412" y="577850"/>
                  </a:lnTo>
                  <a:lnTo>
                    <a:pt x="0" y="5778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76200"/>
              <a:ext cx="5002412" cy="6540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74"/>
                </a:lnSpc>
              </a:pPr>
              <a:r>
                <a:rPr lang="en-US" sz="2125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For general student queries.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43124" y="6449914"/>
            <a:ext cx="618828" cy="618828"/>
            <a:chOff x="0" y="0"/>
            <a:chExt cx="825103" cy="825103"/>
          </a:xfrm>
        </p:grpSpPr>
        <p:sp>
          <p:nvSpPr>
            <p:cNvPr id="29" name="Freeform 29"/>
            <p:cNvSpPr/>
            <p:nvPr/>
          </p:nvSpPr>
          <p:spPr>
            <a:xfrm>
              <a:off x="6350" y="6350"/>
              <a:ext cx="812419" cy="812419"/>
            </a:xfrm>
            <a:custGeom>
              <a:avLst/>
              <a:gdLst/>
              <a:ahLst/>
              <a:cxnLst/>
              <a:rect l="l" t="t" r="r" b="b"/>
              <a:pathLst>
                <a:path w="812419" h="812419">
                  <a:moveTo>
                    <a:pt x="0" y="151638"/>
                  </a:moveTo>
                  <a:cubicBezTo>
                    <a:pt x="0" y="67945"/>
                    <a:pt x="67945" y="0"/>
                    <a:pt x="151638" y="0"/>
                  </a:cubicBezTo>
                  <a:lnTo>
                    <a:pt x="660781" y="0"/>
                  </a:lnTo>
                  <a:cubicBezTo>
                    <a:pt x="744601" y="0"/>
                    <a:pt x="812419" y="67945"/>
                    <a:pt x="812419" y="151638"/>
                  </a:cubicBezTo>
                  <a:lnTo>
                    <a:pt x="812419" y="660781"/>
                  </a:lnTo>
                  <a:cubicBezTo>
                    <a:pt x="812419" y="744601"/>
                    <a:pt x="744474" y="812419"/>
                    <a:pt x="660781" y="812419"/>
                  </a:cubicBezTo>
                  <a:lnTo>
                    <a:pt x="151638" y="812419"/>
                  </a:lnTo>
                  <a:cubicBezTo>
                    <a:pt x="67945" y="812419"/>
                    <a:pt x="0" y="744474"/>
                    <a:pt x="0" y="660781"/>
                  </a:cubicBezTo>
                  <a:close/>
                </a:path>
              </a:pathLst>
            </a:custGeom>
            <a:solidFill>
              <a:srgbClr val="740B0B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0" y="0"/>
              <a:ext cx="825119" cy="825119"/>
            </a:xfrm>
            <a:custGeom>
              <a:avLst/>
              <a:gdLst/>
              <a:ahLst/>
              <a:cxnLst/>
              <a:rect l="l" t="t" r="r" b="b"/>
              <a:pathLst>
                <a:path w="825119" h="825119">
                  <a:moveTo>
                    <a:pt x="0" y="157988"/>
                  </a:moveTo>
                  <a:cubicBezTo>
                    <a:pt x="0" y="70739"/>
                    <a:pt x="70739" y="0"/>
                    <a:pt x="157988" y="0"/>
                  </a:cubicBezTo>
                  <a:lnTo>
                    <a:pt x="667131" y="0"/>
                  </a:lnTo>
                  <a:lnTo>
                    <a:pt x="667131" y="6350"/>
                  </a:lnTo>
                  <a:lnTo>
                    <a:pt x="667131" y="0"/>
                  </a:lnTo>
                  <a:lnTo>
                    <a:pt x="667131" y="6350"/>
                  </a:lnTo>
                  <a:lnTo>
                    <a:pt x="667131" y="0"/>
                  </a:lnTo>
                  <a:cubicBezTo>
                    <a:pt x="754380" y="0"/>
                    <a:pt x="825119" y="70739"/>
                    <a:pt x="825119" y="157988"/>
                  </a:cubicBezTo>
                  <a:lnTo>
                    <a:pt x="825119" y="667131"/>
                  </a:lnTo>
                  <a:lnTo>
                    <a:pt x="818769" y="667131"/>
                  </a:lnTo>
                  <a:lnTo>
                    <a:pt x="825119" y="667131"/>
                  </a:lnTo>
                  <a:cubicBezTo>
                    <a:pt x="825119" y="754380"/>
                    <a:pt x="754380" y="825119"/>
                    <a:pt x="667131" y="825119"/>
                  </a:cubicBezTo>
                  <a:lnTo>
                    <a:pt x="667131" y="818769"/>
                  </a:lnTo>
                  <a:lnTo>
                    <a:pt x="667131" y="825119"/>
                  </a:lnTo>
                  <a:lnTo>
                    <a:pt x="157988" y="825119"/>
                  </a:lnTo>
                  <a:lnTo>
                    <a:pt x="157988" y="818769"/>
                  </a:lnTo>
                  <a:lnTo>
                    <a:pt x="157988" y="825119"/>
                  </a:lnTo>
                  <a:cubicBezTo>
                    <a:pt x="70739" y="825119"/>
                    <a:pt x="0" y="754380"/>
                    <a:pt x="0" y="667131"/>
                  </a:cubicBezTo>
                  <a:lnTo>
                    <a:pt x="0" y="157988"/>
                  </a:lnTo>
                  <a:lnTo>
                    <a:pt x="6350" y="157988"/>
                  </a:lnTo>
                  <a:lnTo>
                    <a:pt x="0" y="157988"/>
                  </a:lnTo>
                  <a:moveTo>
                    <a:pt x="12700" y="157988"/>
                  </a:moveTo>
                  <a:lnTo>
                    <a:pt x="12700" y="667131"/>
                  </a:lnTo>
                  <a:lnTo>
                    <a:pt x="6350" y="667131"/>
                  </a:lnTo>
                  <a:lnTo>
                    <a:pt x="12700" y="667131"/>
                  </a:lnTo>
                  <a:cubicBezTo>
                    <a:pt x="12700" y="747395"/>
                    <a:pt x="77724" y="812419"/>
                    <a:pt x="157988" y="812419"/>
                  </a:cubicBezTo>
                  <a:lnTo>
                    <a:pt x="667131" y="812419"/>
                  </a:lnTo>
                  <a:cubicBezTo>
                    <a:pt x="747395" y="812419"/>
                    <a:pt x="812419" y="747395"/>
                    <a:pt x="812419" y="667131"/>
                  </a:cubicBezTo>
                  <a:lnTo>
                    <a:pt x="812419" y="157988"/>
                  </a:lnTo>
                  <a:lnTo>
                    <a:pt x="818769" y="157988"/>
                  </a:lnTo>
                  <a:lnTo>
                    <a:pt x="812419" y="157988"/>
                  </a:lnTo>
                  <a:cubicBezTo>
                    <a:pt x="812419" y="77724"/>
                    <a:pt x="747395" y="12700"/>
                    <a:pt x="667131" y="12700"/>
                  </a:cubicBezTo>
                  <a:lnTo>
                    <a:pt x="157988" y="12700"/>
                  </a:lnTo>
                  <a:lnTo>
                    <a:pt x="157988" y="6350"/>
                  </a:lnTo>
                  <a:lnTo>
                    <a:pt x="157988" y="12700"/>
                  </a:lnTo>
                  <a:cubicBezTo>
                    <a:pt x="77724" y="12700"/>
                    <a:pt x="12700" y="77724"/>
                    <a:pt x="12700" y="157988"/>
                  </a:cubicBezTo>
                  <a:close/>
                </a:path>
              </a:pathLst>
            </a:custGeom>
            <a:solidFill>
              <a:srgbClr val="8D2424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1827907" y="6454676"/>
            <a:ext cx="4598342" cy="445294"/>
            <a:chOff x="0" y="0"/>
            <a:chExt cx="6131123" cy="593725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6131123" cy="593725"/>
            </a:xfrm>
            <a:custGeom>
              <a:avLst/>
              <a:gdLst/>
              <a:ahLst/>
              <a:cxnLst/>
              <a:rect l="l" t="t" r="r" b="b"/>
              <a:pathLst>
                <a:path w="6131123" h="593725">
                  <a:moveTo>
                    <a:pt x="0" y="0"/>
                  </a:moveTo>
                  <a:lnTo>
                    <a:pt x="6131123" y="0"/>
                  </a:lnTo>
                  <a:lnTo>
                    <a:pt x="6131123" y="593725"/>
                  </a:lnTo>
                  <a:lnTo>
                    <a:pt x="0" y="5937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-28575"/>
              <a:ext cx="6131123" cy="6223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00"/>
                </a:lnSpc>
              </a:pPr>
              <a:r>
                <a:rPr lang="en-US" sz="2750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Fast, simple interface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827907" y="7062341"/>
            <a:ext cx="8654206" cy="433388"/>
            <a:chOff x="0" y="0"/>
            <a:chExt cx="11538942" cy="57785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1538941" cy="577850"/>
            </a:xfrm>
            <a:custGeom>
              <a:avLst/>
              <a:gdLst/>
              <a:ahLst/>
              <a:cxnLst/>
              <a:rect l="l" t="t" r="r" b="b"/>
              <a:pathLst>
                <a:path w="11538941" h="577850">
                  <a:moveTo>
                    <a:pt x="0" y="0"/>
                  </a:moveTo>
                  <a:lnTo>
                    <a:pt x="11538941" y="0"/>
                  </a:lnTo>
                  <a:lnTo>
                    <a:pt x="11538941" y="577850"/>
                  </a:lnTo>
                  <a:lnTo>
                    <a:pt x="0" y="5778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0" y="-76200"/>
              <a:ext cx="11538942" cy="6540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74"/>
                </a:lnSpc>
              </a:pPr>
              <a:r>
                <a:rPr lang="en-US" sz="2125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Accessible via browser.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84743" y="1866957"/>
            <a:ext cx="8799218" cy="7391343"/>
          </a:xfrm>
          <a:custGeom>
            <a:avLst/>
            <a:gdLst/>
            <a:ahLst/>
            <a:cxnLst/>
            <a:rect l="l" t="t" r="r" b="b"/>
            <a:pathLst>
              <a:path w="8799218" h="7391343">
                <a:moveTo>
                  <a:pt x="0" y="0"/>
                </a:moveTo>
                <a:lnTo>
                  <a:pt x="8799218" y="0"/>
                </a:lnTo>
                <a:lnTo>
                  <a:pt x="8799218" y="7391343"/>
                </a:lnTo>
                <a:lnTo>
                  <a:pt x="0" y="73913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002122" y="2111885"/>
            <a:ext cx="2945451" cy="2621452"/>
          </a:xfrm>
          <a:custGeom>
            <a:avLst/>
            <a:gdLst/>
            <a:ahLst/>
            <a:cxnLst/>
            <a:rect l="l" t="t" r="r" b="b"/>
            <a:pathLst>
              <a:path w="2945451" h="2621452">
                <a:moveTo>
                  <a:pt x="0" y="0"/>
                </a:moveTo>
                <a:lnTo>
                  <a:pt x="2945451" y="0"/>
                </a:lnTo>
                <a:lnTo>
                  <a:pt x="2945451" y="2621452"/>
                </a:lnTo>
                <a:lnTo>
                  <a:pt x="0" y="26214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45620" y="652879"/>
            <a:ext cx="8586848" cy="656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2"/>
              </a:lnSpc>
              <a:spcBef>
                <a:spcPct val="0"/>
              </a:spcBef>
            </a:pPr>
            <a:r>
              <a:rPr lang="en-US" sz="3224" b="1" u="sng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FRONT  VIEW OF NEO NOVA APPLICATION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A0A">
                <a:alpha val="90196"/>
              </a:srgbClr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947886" y="2796017"/>
            <a:ext cx="11539755" cy="1450495"/>
            <a:chOff x="0" y="0"/>
            <a:chExt cx="15386341" cy="193399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386340" cy="1933993"/>
            </a:xfrm>
            <a:custGeom>
              <a:avLst/>
              <a:gdLst/>
              <a:ahLst/>
              <a:cxnLst/>
              <a:rect l="l" t="t" r="r" b="b"/>
              <a:pathLst>
                <a:path w="15386340" h="1933993">
                  <a:moveTo>
                    <a:pt x="0" y="0"/>
                  </a:moveTo>
                  <a:lnTo>
                    <a:pt x="15386340" y="0"/>
                  </a:lnTo>
                  <a:lnTo>
                    <a:pt x="15386340" y="1933993"/>
                  </a:lnTo>
                  <a:lnTo>
                    <a:pt x="0" y="19339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5386341" cy="196256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7000"/>
                </a:lnSpc>
              </a:pPr>
              <a:r>
                <a:rPr lang="en-US" sz="5562" u="sng" dirty="0">
                  <a:solidFill>
                    <a:srgbClr val="FAEBEB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Tools &amp; Technologies: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47886" y="4513212"/>
            <a:ext cx="3563391" cy="445294"/>
            <a:chOff x="0" y="0"/>
            <a:chExt cx="4751188" cy="59372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751188" cy="593725"/>
            </a:xfrm>
            <a:custGeom>
              <a:avLst/>
              <a:gdLst/>
              <a:ahLst/>
              <a:cxnLst/>
              <a:rect l="l" t="t" r="r" b="b"/>
              <a:pathLst>
                <a:path w="4751188" h="593725">
                  <a:moveTo>
                    <a:pt x="0" y="0"/>
                  </a:moveTo>
                  <a:lnTo>
                    <a:pt x="4751188" y="0"/>
                  </a:lnTo>
                  <a:lnTo>
                    <a:pt x="4751188" y="593725"/>
                  </a:lnTo>
                  <a:lnTo>
                    <a:pt x="0" y="5937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4751188" cy="6223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00"/>
                </a:lnSpc>
              </a:pPr>
              <a:r>
                <a:rPr lang="en-US" sz="2750">
                  <a:solidFill>
                    <a:srgbClr val="FAEBEB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Frontend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47886" y="5229225"/>
            <a:ext cx="5022949" cy="433388"/>
            <a:chOff x="0" y="0"/>
            <a:chExt cx="6697265" cy="5778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697265" cy="577850"/>
            </a:xfrm>
            <a:custGeom>
              <a:avLst/>
              <a:gdLst/>
              <a:ahLst/>
              <a:cxnLst/>
              <a:rect l="l" t="t" r="r" b="b"/>
              <a:pathLst>
                <a:path w="6697265" h="577850">
                  <a:moveTo>
                    <a:pt x="0" y="0"/>
                  </a:moveTo>
                  <a:lnTo>
                    <a:pt x="6697265" y="0"/>
                  </a:lnTo>
                  <a:lnTo>
                    <a:pt x="6697265" y="577850"/>
                  </a:lnTo>
                  <a:lnTo>
                    <a:pt x="0" y="5778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76200"/>
              <a:ext cx="6697265" cy="6540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0477" lvl="1" indent="-160238" algn="l">
                <a:lnSpc>
                  <a:spcPts val="3374"/>
                </a:lnSpc>
                <a:buFont typeface="Arial"/>
                <a:buChar char="•"/>
              </a:pPr>
              <a:r>
                <a:rPr lang="en-US" sz="2125" dirty="0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HTML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47886" y="5757267"/>
            <a:ext cx="5022949" cy="433388"/>
            <a:chOff x="0" y="0"/>
            <a:chExt cx="6697265" cy="57785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697265" cy="577850"/>
            </a:xfrm>
            <a:custGeom>
              <a:avLst/>
              <a:gdLst/>
              <a:ahLst/>
              <a:cxnLst/>
              <a:rect l="l" t="t" r="r" b="b"/>
              <a:pathLst>
                <a:path w="6697265" h="577850">
                  <a:moveTo>
                    <a:pt x="0" y="0"/>
                  </a:moveTo>
                  <a:lnTo>
                    <a:pt x="6697265" y="0"/>
                  </a:lnTo>
                  <a:lnTo>
                    <a:pt x="6697265" y="577850"/>
                  </a:lnTo>
                  <a:lnTo>
                    <a:pt x="0" y="5778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76200"/>
              <a:ext cx="6697265" cy="6540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0477" lvl="1" indent="-160238" algn="l">
                <a:lnSpc>
                  <a:spcPts val="3374"/>
                </a:lnSpc>
                <a:buFont typeface="Arial"/>
                <a:buChar char="•"/>
              </a:pPr>
              <a:r>
                <a:rPr lang="en-US" sz="2125" dirty="0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CSS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47886" y="6285310"/>
            <a:ext cx="5022949" cy="433388"/>
            <a:chOff x="0" y="0"/>
            <a:chExt cx="6697265" cy="57785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697265" cy="577850"/>
            </a:xfrm>
            <a:custGeom>
              <a:avLst/>
              <a:gdLst/>
              <a:ahLst/>
              <a:cxnLst/>
              <a:rect l="l" t="t" r="r" b="b"/>
              <a:pathLst>
                <a:path w="6697265" h="577850">
                  <a:moveTo>
                    <a:pt x="0" y="0"/>
                  </a:moveTo>
                  <a:lnTo>
                    <a:pt x="6697265" y="0"/>
                  </a:lnTo>
                  <a:lnTo>
                    <a:pt x="6697265" y="577850"/>
                  </a:lnTo>
                  <a:lnTo>
                    <a:pt x="0" y="5778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76200"/>
              <a:ext cx="6697265" cy="6540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0477" lvl="1" indent="-160238" algn="l">
                <a:lnSpc>
                  <a:spcPts val="3374"/>
                </a:lnSpc>
                <a:buFont typeface="Arial"/>
                <a:buChar char="•"/>
              </a:pPr>
              <a:r>
                <a:rPr lang="en-US" sz="2125" dirty="0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JavaScript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641158" y="4513212"/>
            <a:ext cx="3563391" cy="445294"/>
            <a:chOff x="0" y="0"/>
            <a:chExt cx="4751188" cy="59372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751188" cy="593725"/>
            </a:xfrm>
            <a:custGeom>
              <a:avLst/>
              <a:gdLst/>
              <a:ahLst/>
              <a:cxnLst/>
              <a:rect l="l" t="t" r="r" b="b"/>
              <a:pathLst>
                <a:path w="4751188" h="593725">
                  <a:moveTo>
                    <a:pt x="0" y="0"/>
                  </a:moveTo>
                  <a:lnTo>
                    <a:pt x="4751188" y="0"/>
                  </a:lnTo>
                  <a:lnTo>
                    <a:pt x="4751188" y="593725"/>
                  </a:lnTo>
                  <a:lnTo>
                    <a:pt x="0" y="5937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4751188" cy="6223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00"/>
                </a:lnSpc>
              </a:pPr>
              <a:r>
                <a:rPr lang="en-US" sz="2750">
                  <a:solidFill>
                    <a:srgbClr val="FAEBEB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Backend &amp; APIs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641158" y="5229225"/>
            <a:ext cx="5022949" cy="433388"/>
            <a:chOff x="0" y="0"/>
            <a:chExt cx="6697265" cy="57785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697265" cy="577850"/>
            </a:xfrm>
            <a:custGeom>
              <a:avLst/>
              <a:gdLst/>
              <a:ahLst/>
              <a:cxnLst/>
              <a:rect l="l" t="t" r="r" b="b"/>
              <a:pathLst>
                <a:path w="6697265" h="577850">
                  <a:moveTo>
                    <a:pt x="0" y="0"/>
                  </a:moveTo>
                  <a:lnTo>
                    <a:pt x="6697265" y="0"/>
                  </a:lnTo>
                  <a:lnTo>
                    <a:pt x="6697265" y="577850"/>
                  </a:lnTo>
                  <a:lnTo>
                    <a:pt x="0" y="5778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76200"/>
              <a:ext cx="6697265" cy="6540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0477" lvl="1" indent="-160238" algn="l">
                <a:lnSpc>
                  <a:spcPts val="3374"/>
                </a:lnSpc>
                <a:buFont typeface="Arial"/>
                <a:buChar char="•"/>
              </a:pPr>
              <a:r>
                <a:rPr lang="en-US" sz="2125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Python (Flask)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641158" y="5757267"/>
            <a:ext cx="5022949" cy="433388"/>
            <a:chOff x="0" y="0"/>
            <a:chExt cx="6697265" cy="57785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697265" cy="577850"/>
            </a:xfrm>
            <a:custGeom>
              <a:avLst/>
              <a:gdLst/>
              <a:ahLst/>
              <a:cxnLst/>
              <a:rect l="l" t="t" r="r" b="b"/>
              <a:pathLst>
                <a:path w="6697265" h="577850">
                  <a:moveTo>
                    <a:pt x="0" y="0"/>
                  </a:moveTo>
                  <a:lnTo>
                    <a:pt x="6697265" y="0"/>
                  </a:lnTo>
                  <a:lnTo>
                    <a:pt x="6697265" y="577850"/>
                  </a:lnTo>
                  <a:lnTo>
                    <a:pt x="0" y="5778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76200"/>
              <a:ext cx="6697265" cy="6540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0477" lvl="1" indent="-160238" algn="l">
                <a:lnSpc>
                  <a:spcPts val="3374"/>
                </a:lnSpc>
                <a:buFont typeface="Arial"/>
                <a:buChar char="•"/>
              </a:pPr>
              <a:r>
                <a:rPr lang="en-US" sz="2125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Dialogflow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641158" y="6285310"/>
            <a:ext cx="5022949" cy="433388"/>
            <a:chOff x="0" y="0"/>
            <a:chExt cx="6697265" cy="57785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697265" cy="577850"/>
            </a:xfrm>
            <a:custGeom>
              <a:avLst/>
              <a:gdLst/>
              <a:ahLst/>
              <a:cxnLst/>
              <a:rect l="l" t="t" r="r" b="b"/>
              <a:pathLst>
                <a:path w="6697265" h="577850">
                  <a:moveTo>
                    <a:pt x="0" y="0"/>
                  </a:moveTo>
                  <a:lnTo>
                    <a:pt x="6697265" y="0"/>
                  </a:lnTo>
                  <a:lnTo>
                    <a:pt x="6697265" y="577850"/>
                  </a:lnTo>
                  <a:lnTo>
                    <a:pt x="0" y="5778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76200"/>
              <a:ext cx="6697265" cy="6540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0477" lvl="1" indent="-160238" algn="l">
                <a:lnSpc>
                  <a:spcPts val="3374"/>
                </a:lnSpc>
                <a:buFont typeface="Arial"/>
                <a:buChar char="•"/>
              </a:pPr>
              <a:r>
                <a:rPr lang="en-US" sz="2125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Gemini API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641158" y="6813351"/>
            <a:ext cx="5022949" cy="433388"/>
            <a:chOff x="0" y="0"/>
            <a:chExt cx="6697265" cy="57785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697265" cy="577850"/>
            </a:xfrm>
            <a:custGeom>
              <a:avLst/>
              <a:gdLst/>
              <a:ahLst/>
              <a:cxnLst/>
              <a:rect l="l" t="t" r="r" b="b"/>
              <a:pathLst>
                <a:path w="6697265" h="577850">
                  <a:moveTo>
                    <a:pt x="0" y="0"/>
                  </a:moveTo>
                  <a:lnTo>
                    <a:pt x="6697265" y="0"/>
                  </a:lnTo>
                  <a:lnTo>
                    <a:pt x="6697265" y="577850"/>
                  </a:lnTo>
                  <a:lnTo>
                    <a:pt x="0" y="5778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76200"/>
              <a:ext cx="6697265" cy="6540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20477" lvl="1" indent="-160238" algn="l">
                <a:lnSpc>
                  <a:spcPts val="3374"/>
                </a:lnSpc>
                <a:buFont typeface="Arial"/>
                <a:buChar char="•"/>
              </a:pPr>
              <a:r>
                <a:rPr lang="en-US" sz="2125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Google APIs (Search, CX)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2334429" y="4513212"/>
            <a:ext cx="3701654" cy="445294"/>
            <a:chOff x="0" y="0"/>
            <a:chExt cx="4935538" cy="593725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935538" cy="593725"/>
            </a:xfrm>
            <a:custGeom>
              <a:avLst/>
              <a:gdLst/>
              <a:ahLst/>
              <a:cxnLst/>
              <a:rect l="l" t="t" r="r" b="b"/>
              <a:pathLst>
                <a:path w="4935538" h="593725">
                  <a:moveTo>
                    <a:pt x="0" y="0"/>
                  </a:moveTo>
                  <a:lnTo>
                    <a:pt x="4935538" y="0"/>
                  </a:lnTo>
                  <a:lnTo>
                    <a:pt x="4935538" y="593725"/>
                  </a:lnTo>
                  <a:lnTo>
                    <a:pt x="0" y="5937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28575"/>
              <a:ext cx="4935538" cy="6223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00"/>
                </a:lnSpc>
              </a:pPr>
              <a:r>
                <a:rPr lang="en-US" sz="2750">
                  <a:solidFill>
                    <a:srgbClr val="FAEBEB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Development IDE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2334429" y="5229225"/>
            <a:ext cx="5022949" cy="433388"/>
            <a:chOff x="0" y="0"/>
            <a:chExt cx="6697265" cy="57785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6697265" cy="577850"/>
            </a:xfrm>
            <a:custGeom>
              <a:avLst/>
              <a:gdLst/>
              <a:ahLst/>
              <a:cxnLst/>
              <a:rect l="l" t="t" r="r" b="b"/>
              <a:pathLst>
                <a:path w="6697265" h="577850">
                  <a:moveTo>
                    <a:pt x="0" y="0"/>
                  </a:moveTo>
                  <a:lnTo>
                    <a:pt x="6697265" y="0"/>
                  </a:lnTo>
                  <a:lnTo>
                    <a:pt x="6697265" y="577850"/>
                  </a:lnTo>
                  <a:lnTo>
                    <a:pt x="0" y="5778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0" name="TextBox 40"/>
            <p:cNvSpPr txBox="1"/>
            <p:nvPr/>
          </p:nvSpPr>
          <p:spPr>
            <a:xfrm>
              <a:off x="0" y="-76200"/>
              <a:ext cx="6697265" cy="6540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74"/>
                </a:lnSpc>
              </a:pPr>
              <a:r>
                <a:rPr lang="en-US" sz="2125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Visual Studio Code (VS Code)</a:t>
              </a:r>
            </a:p>
          </p:txBody>
        </p:sp>
      </p:grpSp>
    </p:spTree>
  </p:cSld>
  <p:clrMapOvr>
    <a:masterClrMapping/>
  </p:clrMapOvr>
  <p:transition>
    <p:circl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A0A">
                <a:alpha val="90196"/>
              </a:srgbClr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947886" y="1147762"/>
            <a:ext cx="10096105" cy="1161034"/>
            <a:chOff x="0" y="0"/>
            <a:chExt cx="13461474" cy="154804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461473" cy="1548045"/>
            </a:xfrm>
            <a:custGeom>
              <a:avLst/>
              <a:gdLst/>
              <a:ahLst/>
              <a:cxnLst/>
              <a:rect l="l" t="t" r="r" b="b"/>
              <a:pathLst>
                <a:path w="13461473" h="1548045">
                  <a:moveTo>
                    <a:pt x="0" y="0"/>
                  </a:moveTo>
                  <a:lnTo>
                    <a:pt x="13461473" y="0"/>
                  </a:lnTo>
                  <a:lnTo>
                    <a:pt x="13461473" y="1548045"/>
                  </a:lnTo>
                  <a:lnTo>
                    <a:pt x="0" y="15480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3461474" cy="157662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7000"/>
                </a:lnSpc>
              </a:pPr>
              <a:r>
                <a:rPr lang="en-US" sz="6000" u="sng" dirty="0">
                  <a:solidFill>
                    <a:srgbClr val="FAEBEB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System</a:t>
              </a:r>
              <a:r>
                <a:rPr lang="en-US" sz="5562" u="sng" dirty="0">
                  <a:solidFill>
                    <a:srgbClr val="FAEBEB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 Architecture:</a:t>
              </a:r>
            </a:p>
          </p:txBody>
        </p:sp>
      </p:grpSp>
      <p:pic>
        <p:nvPicPr>
          <p:cNvPr id="55" name="Picture 54">
            <a:extLst>
              <a:ext uri="{FF2B5EF4-FFF2-40B4-BE49-F238E27FC236}">
                <a16:creationId xmlns:a16="http://schemas.microsoft.com/office/drawing/2014/main" id="{D39C87DA-F2B3-6E26-73B7-3A17FDA5B7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2628900"/>
            <a:ext cx="13755649" cy="6400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-304800" y="1028700"/>
            <a:ext cx="16728420" cy="6375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04"/>
              </a:lnSpc>
              <a:spcBef>
                <a:spcPct val="0"/>
              </a:spcBef>
            </a:pPr>
            <a:r>
              <a:rPr lang="en-US" sz="4400" b="1" u="sng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Integrating </a:t>
            </a:r>
            <a:r>
              <a:rPr lang="en-US" sz="4400" b="1" u="sng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Dialogflow</a:t>
            </a:r>
            <a:r>
              <a:rPr lang="en-US" sz="4400" b="1" u="sng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with Google Cloud Services 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EE7780-F9AC-B8B7-D779-3286B8B9EF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2647388"/>
            <a:ext cx="10387013" cy="6610912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-19050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A0A">
                <a:alpha val="90196"/>
              </a:srgbClr>
            </a:solidFill>
          </p:spPr>
        </p:sp>
      </p:grpSp>
      <p:sp>
        <p:nvSpPr>
          <p:cNvPr id="5" name="Freeform 5" descr="preencoded.png"/>
          <p:cNvSpPr/>
          <p:nvPr/>
        </p:nvSpPr>
        <p:spPr>
          <a:xfrm>
            <a:off x="0" y="0"/>
            <a:ext cx="18288000" cy="3385245"/>
          </a:xfrm>
          <a:custGeom>
            <a:avLst/>
            <a:gdLst/>
            <a:ahLst/>
            <a:cxnLst/>
            <a:rect l="l" t="t" r="r" b="b"/>
            <a:pathLst>
              <a:path w="18288000" h="3385245">
                <a:moveTo>
                  <a:pt x="0" y="0"/>
                </a:moveTo>
                <a:lnTo>
                  <a:pt x="18288000" y="0"/>
                </a:lnTo>
                <a:lnTo>
                  <a:pt x="18288000" y="3385245"/>
                </a:lnTo>
                <a:lnTo>
                  <a:pt x="0" y="33852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7" r="-57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038820" y="3896618"/>
            <a:ext cx="11229380" cy="912316"/>
            <a:chOff x="0" y="-28575"/>
            <a:chExt cx="14972506" cy="121642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341225" cy="1187847"/>
            </a:xfrm>
            <a:custGeom>
              <a:avLst/>
              <a:gdLst/>
              <a:ahLst/>
              <a:cxnLst/>
              <a:rect l="l" t="t" r="r" b="b"/>
              <a:pathLst>
                <a:path w="12341225" h="1187847">
                  <a:moveTo>
                    <a:pt x="0" y="0"/>
                  </a:moveTo>
                  <a:lnTo>
                    <a:pt x="12341225" y="0"/>
                  </a:lnTo>
                  <a:lnTo>
                    <a:pt x="12341225" y="1187847"/>
                  </a:lnTo>
                  <a:lnTo>
                    <a:pt x="0" y="11878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14972506" cy="121642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7000"/>
                </a:lnSpc>
              </a:pPr>
              <a:r>
                <a:rPr lang="en-US" sz="5562" u="sng" dirty="0">
                  <a:solidFill>
                    <a:srgbClr val="FAEBEB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Key Chatbot Features:</a:t>
              </a:r>
            </a:p>
          </p:txBody>
        </p:sp>
      </p:grpSp>
      <p:sp>
        <p:nvSpPr>
          <p:cNvPr id="9" name="Freeform 9" descr="preencoded.png"/>
          <p:cNvSpPr/>
          <p:nvPr/>
        </p:nvSpPr>
        <p:spPr>
          <a:xfrm>
            <a:off x="947886" y="6572101"/>
            <a:ext cx="677019" cy="677019"/>
          </a:xfrm>
          <a:custGeom>
            <a:avLst/>
            <a:gdLst/>
            <a:ahLst/>
            <a:cxnLst/>
            <a:rect l="l" t="t" r="r" b="b"/>
            <a:pathLst>
              <a:path w="677019" h="677019">
                <a:moveTo>
                  <a:pt x="0" y="0"/>
                </a:moveTo>
                <a:lnTo>
                  <a:pt x="677019" y="0"/>
                </a:lnTo>
                <a:lnTo>
                  <a:pt x="677019" y="677019"/>
                </a:lnTo>
                <a:lnTo>
                  <a:pt x="0" y="6770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895624" y="6524774"/>
            <a:ext cx="2845594" cy="890588"/>
            <a:chOff x="0" y="0"/>
            <a:chExt cx="3794125" cy="11874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794125" cy="1187450"/>
            </a:xfrm>
            <a:custGeom>
              <a:avLst/>
              <a:gdLst/>
              <a:ahLst/>
              <a:cxnLst/>
              <a:rect l="l" t="t" r="r" b="b"/>
              <a:pathLst>
                <a:path w="3794125" h="1187450">
                  <a:moveTo>
                    <a:pt x="0" y="0"/>
                  </a:moveTo>
                  <a:lnTo>
                    <a:pt x="3794125" y="0"/>
                  </a:lnTo>
                  <a:lnTo>
                    <a:pt x="3794125" y="1187450"/>
                  </a:lnTo>
                  <a:lnTo>
                    <a:pt x="0" y="11874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3794125" cy="121602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00"/>
                </a:lnSpc>
              </a:pPr>
              <a:r>
                <a:rPr lang="en-US" sz="2750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Natural Language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895624" y="7577732"/>
            <a:ext cx="2845594" cy="866775"/>
            <a:chOff x="0" y="0"/>
            <a:chExt cx="3794125" cy="11557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794125" cy="1155700"/>
            </a:xfrm>
            <a:custGeom>
              <a:avLst/>
              <a:gdLst/>
              <a:ahLst/>
              <a:cxnLst/>
              <a:rect l="l" t="t" r="r" b="b"/>
              <a:pathLst>
                <a:path w="3794125" h="1155700">
                  <a:moveTo>
                    <a:pt x="0" y="0"/>
                  </a:moveTo>
                  <a:lnTo>
                    <a:pt x="3794125" y="0"/>
                  </a:lnTo>
                  <a:lnTo>
                    <a:pt x="3794125" y="1155700"/>
                  </a:lnTo>
                  <a:lnTo>
                    <a:pt x="0" y="11557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76200"/>
              <a:ext cx="3794125" cy="12319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74"/>
                </a:lnSpc>
              </a:pPr>
              <a:r>
                <a:rPr lang="en-US" sz="2125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Understands student queries</a:t>
              </a:r>
            </a:p>
          </p:txBody>
        </p:sp>
      </p:grpSp>
      <p:sp>
        <p:nvSpPr>
          <p:cNvPr id="16" name="Freeform 16" descr="preencoded.png"/>
          <p:cNvSpPr/>
          <p:nvPr/>
        </p:nvSpPr>
        <p:spPr>
          <a:xfrm>
            <a:off x="5147370" y="6572101"/>
            <a:ext cx="677019" cy="677019"/>
          </a:xfrm>
          <a:custGeom>
            <a:avLst/>
            <a:gdLst/>
            <a:ahLst/>
            <a:cxnLst/>
            <a:rect l="l" t="t" r="r" b="b"/>
            <a:pathLst>
              <a:path w="677019" h="677019">
                <a:moveTo>
                  <a:pt x="0" y="0"/>
                </a:moveTo>
                <a:lnTo>
                  <a:pt x="677019" y="0"/>
                </a:lnTo>
                <a:lnTo>
                  <a:pt x="677019" y="677019"/>
                </a:lnTo>
                <a:lnTo>
                  <a:pt x="0" y="6770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6095108" y="6524774"/>
            <a:ext cx="2845742" cy="890588"/>
            <a:chOff x="0" y="0"/>
            <a:chExt cx="3794323" cy="118745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794323" cy="1187450"/>
            </a:xfrm>
            <a:custGeom>
              <a:avLst/>
              <a:gdLst/>
              <a:ahLst/>
              <a:cxnLst/>
              <a:rect l="l" t="t" r="r" b="b"/>
              <a:pathLst>
                <a:path w="3794323" h="1187450">
                  <a:moveTo>
                    <a:pt x="0" y="0"/>
                  </a:moveTo>
                  <a:lnTo>
                    <a:pt x="3794323" y="0"/>
                  </a:lnTo>
                  <a:lnTo>
                    <a:pt x="3794323" y="1187450"/>
                  </a:lnTo>
                  <a:lnTo>
                    <a:pt x="0" y="11874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3794323" cy="121602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00"/>
                </a:lnSpc>
              </a:pPr>
              <a:r>
                <a:rPr lang="en-US" sz="2750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Real-Time Updates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95108" y="7577732"/>
            <a:ext cx="2845742" cy="433388"/>
            <a:chOff x="0" y="0"/>
            <a:chExt cx="3794323" cy="57785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794323" cy="577850"/>
            </a:xfrm>
            <a:custGeom>
              <a:avLst/>
              <a:gdLst/>
              <a:ahLst/>
              <a:cxnLst/>
              <a:rect l="l" t="t" r="r" b="b"/>
              <a:pathLst>
                <a:path w="3794323" h="577850">
                  <a:moveTo>
                    <a:pt x="0" y="0"/>
                  </a:moveTo>
                  <a:lnTo>
                    <a:pt x="3794323" y="0"/>
                  </a:lnTo>
                  <a:lnTo>
                    <a:pt x="3794323" y="577850"/>
                  </a:lnTo>
                  <a:lnTo>
                    <a:pt x="0" y="5778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76200"/>
              <a:ext cx="3794323" cy="6540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74"/>
                </a:lnSpc>
              </a:pPr>
              <a:r>
                <a:rPr lang="en-US" sz="2125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Time, date, web info</a:t>
              </a:r>
            </a:p>
          </p:txBody>
        </p:sp>
      </p:grpSp>
      <p:sp>
        <p:nvSpPr>
          <p:cNvPr id="23" name="Freeform 23" descr="preencoded.png"/>
          <p:cNvSpPr/>
          <p:nvPr/>
        </p:nvSpPr>
        <p:spPr>
          <a:xfrm>
            <a:off x="9347001" y="6572101"/>
            <a:ext cx="677019" cy="677019"/>
          </a:xfrm>
          <a:custGeom>
            <a:avLst/>
            <a:gdLst/>
            <a:ahLst/>
            <a:cxnLst/>
            <a:rect l="l" t="t" r="r" b="b"/>
            <a:pathLst>
              <a:path w="677019" h="677019">
                <a:moveTo>
                  <a:pt x="0" y="0"/>
                </a:moveTo>
                <a:lnTo>
                  <a:pt x="677019" y="0"/>
                </a:lnTo>
                <a:lnTo>
                  <a:pt x="677019" y="677019"/>
                </a:lnTo>
                <a:lnTo>
                  <a:pt x="0" y="6770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grpSp>
        <p:nvGrpSpPr>
          <p:cNvPr id="24" name="Group 24"/>
          <p:cNvGrpSpPr/>
          <p:nvPr/>
        </p:nvGrpSpPr>
        <p:grpSpPr>
          <a:xfrm>
            <a:off x="10294739" y="6524774"/>
            <a:ext cx="2845743" cy="890588"/>
            <a:chOff x="0" y="0"/>
            <a:chExt cx="3794323" cy="118745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794323" cy="1187450"/>
            </a:xfrm>
            <a:custGeom>
              <a:avLst/>
              <a:gdLst/>
              <a:ahLst/>
              <a:cxnLst/>
              <a:rect l="l" t="t" r="r" b="b"/>
              <a:pathLst>
                <a:path w="3794323" h="1187450">
                  <a:moveTo>
                    <a:pt x="0" y="0"/>
                  </a:moveTo>
                  <a:lnTo>
                    <a:pt x="3794323" y="0"/>
                  </a:lnTo>
                  <a:lnTo>
                    <a:pt x="3794323" y="1187450"/>
                  </a:lnTo>
                  <a:lnTo>
                    <a:pt x="0" y="11874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28575"/>
              <a:ext cx="3794323" cy="121602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00"/>
                </a:lnSpc>
              </a:pPr>
              <a:r>
                <a:rPr lang="en-US" sz="2750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Student Focus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0294739" y="7577732"/>
            <a:ext cx="2845743" cy="866775"/>
            <a:chOff x="0" y="0"/>
            <a:chExt cx="3794323" cy="11557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794323" cy="1155700"/>
            </a:xfrm>
            <a:custGeom>
              <a:avLst/>
              <a:gdLst/>
              <a:ahLst/>
              <a:cxnLst/>
              <a:rect l="l" t="t" r="r" b="b"/>
              <a:pathLst>
                <a:path w="3794323" h="1155700">
                  <a:moveTo>
                    <a:pt x="0" y="0"/>
                  </a:moveTo>
                  <a:lnTo>
                    <a:pt x="3794323" y="0"/>
                  </a:lnTo>
                  <a:lnTo>
                    <a:pt x="3794323" y="1155700"/>
                  </a:lnTo>
                  <a:lnTo>
                    <a:pt x="0" y="11557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76200"/>
              <a:ext cx="3794323" cy="12319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74"/>
                </a:lnSpc>
              </a:pPr>
              <a:r>
                <a:rPr lang="en-US" sz="2125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Class schedule &amp; academic help</a:t>
              </a:r>
            </a:p>
          </p:txBody>
        </p:sp>
      </p:grpSp>
      <p:sp>
        <p:nvSpPr>
          <p:cNvPr id="30" name="Freeform 30" descr="preencoded.png"/>
          <p:cNvSpPr/>
          <p:nvPr/>
        </p:nvSpPr>
        <p:spPr>
          <a:xfrm>
            <a:off x="13546634" y="6572101"/>
            <a:ext cx="677019" cy="677019"/>
          </a:xfrm>
          <a:custGeom>
            <a:avLst/>
            <a:gdLst/>
            <a:ahLst/>
            <a:cxnLst/>
            <a:rect l="l" t="t" r="r" b="b"/>
            <a:pathLst>
              <a:path w="677019" h="677019">
                <a:moveTo>
                  <a:pt x="0" y="0"/>
                </a:moveTo>
                <a:lnTo>
                  <a:pt x="677018" y="0"/>
                </a:lnTo>
                <a:lnTo>
                  <a:pt x="677018" y="677019"/>
                </a:lnTo>
                <a:lnTo>
                  <a:pt x="0" y="6770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grpSp>
        <p:nvGrpSpPr>
          <p:cNvPr id="31" name="Group 31"/>
          <p:cNvGrpSpPr/>
          <p:nvPr/>
        </p:nvGrpSpPr>
        <p:grpSpPr>
          <a:xfrm>
            <a:off x="14494371" y="6524774"/>
            <a:ext cx="2845743" cy="890588"/>
            <a:chOff x="0" y="0"/>
            <a:chExt cx="3794323" cy="118745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3794323" cy="1187450"/>
            </a:xfrm>
            <a:custGeom>
              <a:avLst/>
              <a:gdLst/>
              <a:ahLst/>
              <a:cxnLst/>
              <a:rect l="l" t="t" r="r" b="b"/>
              <a:pathLst>
                <a:path w="3794323" h="1187450">
                  <a:moveTo>
                    <a:pt x="0" y="0"/>
                  </a:moveTo>
                  <a:lnTo>
                    <a:pt x="3794323" y="0"/>
                  </a:lnTo>
                  <a:lnTo>
                    <a:pt x="3794323" y="1187450"/>
                  </a:lnTo>
                  <a:lnTo>
                    <a:pt x="0" y="11874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-28575"/>
              <a:ext cx="3794323" cy="121602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00"/>
                </a:lnSpc>
              </a:pPr>
              <a:r>
                <a:rPr lang="en-US" sz="2750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Browser-Based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4494371" y="7577732"/>
            <a:ext cx="2845743" cy="866775"/>
            <a:chOff x="0" y="0"/>
            <a:chExt cx="3794323" cy="11557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3794323" cy="1155700"/>
            </a:xfrm>
            <a:custGeom>
              <a:avLst/>
              <a:gdLst/>
              <a:ahLst/>
              <a:cxnLst/>
              <a:rect l="l" t="t" r="r" b="b"/>
              <a:pathLst>
                <a:path w="3794323" h="1155700">
                  <a:moveTo>
                    <a:pt x="0" y="0"/>
                  </a:moveTo>
                  <a:lnTo>
                    <a:pt x="3794323" y="0"/>
                  </a:lnTo>
                  <a:lnTo>
                    <a:pt x="3794323" y="1155700"/>
                  </a:lnTo>
                  <a:lnTo>
                    <a:pt x="0" y="11557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0" y="-76200"/>
              <a:ext cx="3794323" cy="12319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74"/>
                </a:lnSpc>
              </a:pPr>
              <a:r>
                <a:rPr lang="en-US" sz="2125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Lightweight, accessible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04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137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3D2A2A">
                <a:alpha val="90196"/>
              </a:srgbClr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882402" y="577162"/>
            <a:ext cx="15392544" cy="1955372"/>
            <a:chOff x="0" y="-156559"/>
            <a:chExt cx="20523391" cy="2607162"/>
          </a:xfrm>
        </p:grpSpPr>
        <p:sp>
          <p:nvSpPr>
            <p:cNvPr id="6" name="Freeform 6"/>
            <p:cNvSpPr/>
            <p:nvPr/>
          </p:nvSpPr>
          <p:spPr>
            <a:xfrm>
              <a:off x="9276153" y="1344711"/>
              <a:ext cx="11247238" cy="1105892"/>
            </a:xfrm>
            <a:custGeom>
              <a:avLst/>
              <a:gdLst/>
              <a:ahLst/>
              <a:cxnLst/>
              <a:rect l="l" t="t" r="r" b="b"/>
              <a:pathLst>
                <a:path w="11247238" h="1105892">
                  <a:moveTo>
                    <a:pt x="0" y="0"/>
                  </a:moveTo>
                  <a:lnTo>
                    <a:pt x="11247238" y="0"/>
                  </a:lnTo>
                  <a:lnTo>
                    <a:pt x="11247238" y="1105892"/>
                  </a:lnTo>
                  <a:lnTo>
                    <a:pt x="0" y="110589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156559"/>
              <a:ext cx="14164870" cy="162213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500"/>
                </a:lnSpc>
              </a:pPr>
              <a:r>
                <a:rPr lang="en-US" sz="5187" b="1" u="sng" dirty="0">
                  <a:solidFill>
                    <a:srgbClr val="FAEBEB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Operational Workflow: </a:t>
              </a:r>
            </a:p>
          </p:txBody>
        </p:sp>
      </p:grpSp>
      <p:pic>
        <p:nvPicPr>
          <p:cNvPr id="44" name="Picture 43">
            <a:extLst>
              <a:ext uri="{FF2B5EF4-FFF2-40B4-BE49-F238E27FC236}">
                <a16:creationId xmlns:a16="http://schemas.microsoft.com/office/drawing/2014/main" id="{D360C37B-30A1-7204-75F3-0A78D17DA3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8521" y="2380449"/>
            <a:ext cx="13335000" cy="64664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A0A">
                <a:alpha val="90196"/>
              </a:srgbClr>
            </a:solid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5" name="Freeform 5" descr="preencoded.png"/>
          <p:cNvSpPr/>
          <p:nvPr/>
        </p:nvSpPr>
        <p:spPr>
          <a:xfrm>
            <a:off x="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7805886" y="1376065"/>
            <a:ext cx="10253514" cy="912316"/>
            <a:chOff x="0" y="-28575"/>
            <a:chExt cx="13671353" cy="121642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404402" cy="1187847"/>
            </a:xfrm>
            <a:custGeom>
              <a:avLst/>
              <a:gdLst/>
              <a:ahLst/>
              <a:cxnLst/>
              <a:rect l="l" t="t" r="r" b="b"/>
              <a:pathLst>
                <a:path w="11404402" h="1187847">
                  <a:moveTo>
                    <a:pt x="0" y="0"/>
                  </a:moveTo>
                  <a:lnTo>
                    <a:pt x="11404402" y="0"/>
                  </a:lnTo>
                  <a:lnTo>
                    <a:pt x="11404402" y="1187847"/>
                  </a:lnTo>
                  <a:lnTo>
                    <a:pt x="0" y="11878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13671353" cy="121642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7000"/>
                </a:lnSpc>
              </a:pPr>
              <a:r>
                <a:rPr lang="en-US" sz="5562" u="sng" dirty="0">
                  <a:solidFill>
                    <a:srgbClr val="FAEBEB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Future Development: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801124" y="2994422"/>
            <a:ext cx="618828" cy="618828"/>
            <a:chOff x="0" y="0"/>
            <a:chExt cx="825103" cy="825103"/>
          </a:xfrm>
        </p:grpSpPr>
        <p:sp>
          <p:nvSpPr>
            <p:cNvPr id="10" name="Freeform 10"/>
            <p:cNvSpPr/>
            <p:nvPr/>
          </p:nvSpPr>
          <p:spPr>
            <a:xfrm>
              <a:off x="6350" y="6350"/>
              <a:ext cx="812419" cy="812419"/>
            </a:xfrm>
            <a:custGeom>
              <a:avLst/>
              <a:gdLst/>
              <a:ahLst/>
              <a:cxnLst/>
              <a:rect l="l" t="t" r="r" b="b"/>
              <a:pathLst>
                <a:path w="812419" h="812419">
                  <a:moveTo>
                    <a:pt x="0" y="151638"/>
                  </a:moveTo>
                  <a:cubicBezTo>
                    <a:pt x="0" y="67945"/>
                    <a:pt x="67945" y="0"/>
                    <a:pt x="151638" y="0"/>
                  </a:cubicBezTo>
                  <a:lnTo>
                    <a:pt x="660781" y="0"/>
                  </a:lnTo>
                  <a:cubicBezTo>
                    <a:pt x="744601" y="0"/>
                    <a:pt x="812419" y="67945"/>
                    <a:pt x="812419" y="151638"/>
                  </a:cubicBezTo>
                  <a:lnTo>
                    <a:pt x="812419" y="660781"/>
                  </a:lnTo>
                  <a:cubicBezTo>
                    <a:pt x="812419" y="744601"/>
                    <a:pt x="744474" y="812419"/>
                    <a:pt x="660781" y="812419"/>
                  </a:cubicBezTo>
                  <a:lnTo>
                    <a:pt x="151638" y="812419"/>
                  </a:lnTo>
                  <a:cubicBezTo>
                    <a:pt x="67945" y="812419"/>
                    <a:pt x="0" y="744474"/>
                    <a:pt x="0" y="660781"/>
                  </a:cubicBezTo>
                  <a:close/>
                </a:path>
              </a:pathLst>
            </a:custGeom>
            <a:solidFill>
              <a:srgbClr val="740B0B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0" y="0"/>
              <a:ext cx="825119" cy="825119"/>
            </a:xfrm>
            <a:custGeom>
              <a:avLst/>
              <a:gdLst/>
              <a:ahLst/>
              <a:cxnLst/>
              <a:rect l="l" t="t" r="r" b="b"/>
              <a:pathLst>
                <a:path w="825119" h="825119">
                  <a:moveTo>
                    <a:pt x="0" y="157988"/>
                  </a:moveTo>
                  <a:cubicBezTo>
                    <a:pt x="0" y="70739"/>
                    <a:pt x="70739" y="0"/>
                    <a:pt x="157988" y="0"/>
                  </a:cubicBezTo>
                  <a:lnTo>
                    <a:pt x="667131" y="0"/>
                  </a:lnTo>
                  <a:lnTo>
                    <a:pt x="667131" y="6350"/>
                  </a:lnTo>
                  <a:lnTo>
                    <a:pt x="667131" y="0"/>
                  </a:lnTo>
                  <a:lnTo>
                    <a:pt x="667131" y="6350"/>
                  </a:lnTo>
                  <a:lnTo>
                    <a:pt x="667131" y="0"/>
                  </a:lnTo>
                  <a:cubicBezTo>
                    <a:pt x="754380" y="0"/>
                    <a:pt x="825119" y="70739"/>
                    <a:pt x="825119" y="157988"/>
                  </a:cubicBezTo>
                  <a:lnTo>
                    <a:pt x="825119" y="667131"/>
                  </a:lnTo>
                  <a:lnTo>
                    <a:pt x="818769" y="667131"/>
                  </a:lnTo>
                  <a:lnTo>
                    <a:pt x="825119" y="667131"/>
                  </a:lnTo>
                  <a:cubicBezTo>
                    <a:pt x="825119" y="754380"/>
                    <a:pt x="754380" y="825119"/>
                    <a:pt x="667131" y="825119"/>
                  </a:cubicBezTo>
                  <a:lnTo>
                    <a:pt x="667131" y="818769"/>
                  </a:lnTo>
                  <a:lnTo>
                    <a:pt x="667131" y="825119"/>
                  </a:lnTo>
                  <a:lnTo>
                    <a:pt x="157988" y="825119"/>
                  </a:lnTo>
                  <a:lnTo>
                    <a:pt x="157988" y="818769"/>
                  </a:lnTo>
                  <a:lnTo>
                    <a:pt x="157988" y="825119"/>
                  </a:lnTo>
                  <a:cubicBezTo>
                    <a:pt x="70739" y="825119"/>
                    <a:pt x="0" y="754380"/>
                    <a:pt x="0" y="667131"/>
                  </a:cubicBezTo>
                  <a:lnTo>
                    <a:pt x="0" y="157988"/>
                  </a:lnTo>
                  <a:lnTo>
                    <a:pt x="6350" y="157988"/>
                  </a:lnTo>
                  <a:lnTo>
                    <a:pt x="0" y="157988"/>
                  </a:lnTo>
                  <a:moveTo>
                    <a:pt x="12700" y="157988"/>
                  </a:moveTo>
                  <a:lnTo>
                    <a:pt x="12700" y="667131"/>
                  </a:lnTo>
                  <a:lnTo>
                    <a:pt x="6350" y="667131"/>
                  </a:lnTo>
                  <a:lnTo>
                    <a:pt x="12700" y="667131"/>
                  </a:lnTo>
                  <a:cubicBezTo>
                    <a:pt x="12700" y="747395"/>
                    <a:pt x="77724" y="812419"/>
                    <a:pt x="157988" y="812419"/>
                  </a:cubicBezTo>
                  <a:lnTo>
                    <a:pt x="667131" y="812419"/>
                  </a:lnTo>
                  <a:cubicBezTo>
                    <a:pt x="747395" y="812419"/>
                    <a:pt x="812419" y="747395"/>
                    <a:pt x="812419" y="667131"/>
                  </a:cubicBezTo>
                  <a:lnTo>
                    <a:pt x="812419" y="157988"/>
                  </a:lnTo>
                  <a:lnTo>
                    <a:pt x="818769" y="157988"/>
                  </a:lnTo>
                  <a:lnTo>
                    <a:pt x="812419" y="157988"/>
                  </a:lnTo>
                  <a:cubicBezTo>
                    <a:pt x="812419" y="77724"/>
                    <a:pt x="747395" y="12700"/>
                    <a:pt x="667131" y="12700"/>
                  </a:cubicBezTo>
                  <a:lnTo>
                    <a:pt x="157988" y="12700"/>
                  </a:lnTo>
                  <a:lnTo>
                    <a:pt x="157988" y="6350"/>
                  </a:lnTo>
                  <a:lnTo>
                    <a:pt x="157988" y="12700"/>
                  </a:lnTo>
                  <a:cubicBezTo>
                    <a:pt x="77724" y="12700"/>
                    <a:pt x="12700" y="77724"/>
                    <a:pt x="12700" y="157988"/>
                  </a:cubicBezTo>
                  <a:close/>
                </a:path>
              </a:pathLst>
            </a:custGeom>
            <a:solidFill>
              <a:srgbClr val="8D2424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7896746" y="3036615"/>
            <a:ext cx="427584" cy="534441"/>
            <a:chOff x="0" y="0"/>
            <a:chExt cx="570112" cy="7125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70112" cy="712588"/>
            </a:xfrm>
            <a:custGeom>
              <a:avLst/>
              <a:gdLst/>
              <a:ahLst/>
              <a:cxnLst/>
              <a:rect l="l" t="t" r="r" b="b"/>
              <a:pathLst>
                <a:path w="570112" h="712588">
                  <a:moveTo>
                    <a:pt x="0" y="0"/>
                  </a:moveTo>
                  <a:lnTo>
                    <a:pt x="570112" y="0"/>
                  </a:lnTo>
                  <a:lnTo>
                    <a:pt x="570112" y="712588"/>
                  </a:lnTo>
                  <a:lnTo>
                    <a:pt x="0" y="7125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57150"/>
              <a:ext cx="570112" cy="65543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312"/>
                </a:lnSpc>
              </a:pPr>
              <a:r>
                <a:rPr lang="en-US" sz="3312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1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685908" y="2999185"/>
            <a:ext cx="3563391" cy="445294"/>
            <a:chOff x="0" y="0"/>
            <a:chExt cx="4751188" cy="59372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751188" cy="593725"/>
            </a:xfrm>
            <a:custGeom>
              <a:avLst/>
              <a:gdLst/>
              <a:ahLst/>
              <a:cxnLst/>
              <a:rect l="l" t="t" r="r" b="b"/>
              <a:pathLst>
                <a:path w="4751188" h="593725">
                  <a:moveTo>
                    <a:pt x="0" y="0"/>
                  </a:moveTo>
                  <a:lnTo>
                    <a:pt x="4751188" y="0"/>
                  </a:lnTo>
                  <a:lnTo>
                    <a:pt x="4751188" y="593725"/>
                  </a:lnTo>
                  <a:lnTo>
                    <a:pt x="0" y="5937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4751188" cy="6223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00"/>
                </a:lnSpc>
              </a:pPr>
              <a:r>
                <a:rPr lang="en-US" sz="2750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Student Profiles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685908" y="3606850"/>
            <a:ext cx="8654206" cy="433388"/>
            <a:chOff x="0" y="0"/>
            <a:chExt cx="11538942" cy="57785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538941" cy="577850"/>
            </a:xfrm>
            <a:custGeom>
              <a:avLst/>
              <a:gdLst/>
              <a:ahLst/>
              <a:cxnLst/>
              <a:rect l="l" t="t" r="r" b="b"/>
              <a:pathLst>
                <a:path w="11538941" h="577850">
                  <a:moveTo>
                    <a:pt x="0" y="0"/>
                  </a:moveTo>
                  <a:lnTo>
                    <a:pt x="11538941" y="0"/>
                  </a:lnTo>
                  <a:lnTo>
                    <a:pt x="11538941" y="577850"/>
                  </a:lnTo>
                  <a:lnTo>
                    <a:pt x="0" y="5778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76200"/>
              <a:ext cx="11538942" cy="6540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74"/>
                </a:lnSpc>
              </a:pPr>
              <a:r>
                <a:rPr lang="en-US" sz="2125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Personalized info delivery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801124" y="4610844"/>
            <a:ext cx="618828" cy="618828"/>
            <a:chOff x="0" y="0"/>
            <a:chExt cx="825103" cy="825103"/>
          </a:xfrm>
        </p:grpSpPr>
        <p:sp>
          <p:nvSpPr>
            <p:cNvPr id="22" name="Freeform 22"/>
            <p:cNvSpPr/>
            <p:nvPr/>
          </p:nvSpPr>
          <p:spPr>
            <a:xfrm>
              <a:off x="6350" y="6350"/>
              <a:ext cx="812419" cy="812419"/>
            </a:xfrm>
            <a:custGeom>
              <a:avLst/>
              <a:gdLst/>
              <a:ahLst/>
              <a:cxnLst/>
              <a:rect l="l" t="t" r="r" b="b"/>
              <a:pathLst>
                <a:path w="812419" h="812419">
                  <a:moveTo>
                    <a:pt x="0" y="151638"/>
                  </a:moveTo>
                  <a:cubicBezTo>
                    <a:pt x="0" y="67945"/>
                    <a:pt x="67945" y="0"/>
                    <a:pt x="151638" y="0"/>
                  </a:cubicBezTo>
                  <a:lnTo>
                    <a:pt x="660781" y="0"/>
                  </a:lnTo>
                  <a:cubicBezTo>
                    <a:pt x="744601" y="0"/>
                    <a:pt x="812419" y="67945"/>
                    <a:pt x="812419" y="151638"/>
                  </a:cubicBezTo>
                  <a:lnTo>
                    <a:pt x="812419" y="660781"/>
                  </a:lnTo>
                  <a:cubicBezTo>
                    <a:pt x="812419" y="744601"/>
                    <a:pt x="744474" y="812419"/>
                    <a:pt x="660781" y="812419"/>
                  </a:cubicBezTo>
                  <a:lnTo>
                    <a:pt x="151638" y="812419"/>
                  </a:lnTo>
                  <a:cubicBezTo>
                    <a:pt x="67945" y="812419"/>
                    <a:pt x="0" y="744474"/>
                    <a:pt x="0" y="660781"/>
                  </a:cubicBezTo>
                  <a:close/>
                </a:path>
              </a:pathLst>
            </a:custGeom>
            <a:solidFill>
              <a:srgbClr val="740B0B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0" y="0"/>
              <a:ext cx="825119" cy="825119"/>
            </a:xfrm>
            <a:custGeom>
              <a:avLst/>
              <a:gdLst/>
              <a:ahLst/>
              <a:cxnLst/>
              <a:rect l="l" t="t" r="r" b="b"/>
              <a:pathLst>
                <a:path w="825119" h="825119">
                  <a:moveTo>
                    <a:pt x="0" y="157988"/>
                  </a:moveTo>
                  <a:cubicBezTo>
                    <a:pt x="0" y="70739"/>
                    <a:pt x="70739" y="0"/>
                    <a:pt x="157988" y="0"/>
                  </a:cubicBezTo>
                  <a:lnTo>
                    <a:pt x="667131" y="0"/>
                  </a:lnTo>
                  <a:lnTo>
                    <a:pt x="667131" y="6350"/>
                  </a:lnTo>
                  <a:lnTo>
                    <a:pt x="667131" y="0"/>
                  </a:lnTo>
                  <a:lnTo>
                    <a:pt x="667131" y="6350"/>
                  </a:lnTo>
                  <a:lnTo>
                    <a:pt x="667131" y="0"/>
                  </a:lnTo>
                  <a:cubicBezTo>
                    <a:pt x="754380" y="0"/>
                    <a:pt x="825119" y="70739"/>
                    <a:pt x="825119" y="157988"/>
                  </a:cubicBezTo>
                  <a:lnTo>
                    <a:pt x="825119" y="667131"/>
                  </a:lnTo>
                  <a:lnTo>
                    <a:pt x="818769" y="667131"/>
                  </a:lnTo>
                  <a:lnTo>
                    <a:pt x="825119" y="667131"/>
                  </a:lnTo>
                  <a:cubicBezTo>
                    <a:pt x="825119" y="754380"/>
                    <a:pt x="754380" y="825119"/>
                    <a:pt x="667131" y="825119"/>
                  </a:cubicBezTo>
                  <a:lnTo>
                    <a:pt x="667131" y="818769"/>
                  </a:lnTo>
                  <a:lnTo>
                    <a:pt x="667131" y="825119"/>
                  </a:lnTo>
                  <a:lnTo>
                    <a:pt x="157988" y="825119"/>
                  </a:lnTo>
                  <a:lnTo>
                    <a:pt x="157988" y="818769"/>
                  </a:lnTo>
                  <a:lnTo>
                    <a:pt x="157988" y="825119"/>
                  </a:lnTo>
                  <a:cubicBezTo>
                    <a:pt x="70739" y="825119"/>
                    <a:pt x="0" y="754380"/>
                    <a:pt x="0" y="667131"/>
                  </a:cubicBezTo>
                  <a:lnTo>
                    <a:pt x="0" y="157988"/>
                  </a:lnTo>
                  <a:lnTo>
                    <a:pt x="6350" y="157988"/>
                  </a:lnTo>
                  <a:lnTo>
                    <a:pt x="0" y="157988"/>
                  </a:lnTo>
                  <a:moveTo>
                    <a:pt x="12700" y="157988"/>
                  </a:moveTo>
                  <a:lnTo>
                    <a:pt x="12700" y="667131"/>
                  </a:lnTo>
                  <a:lnTo>
                    <a:pt x="6350" y="667131"/>
                  </a:lnTo>
                  <a:lnTo>
                    <a:pt x="12700" y="667131"/>
                  </a:lnTo>
                  <a:cubicBezTo>
                    <a:pt x="12700" y="747395"/>
                    <a:pt x="77724" y="812419"/>
                    <a:pt x="157988" y="812419"/>
                  </a:cubicBezTo>
                  <a:lnTo>
                    <a:pt x="667131" y="812419"/>
                  </a:lnTo>
                  <a:cubicBezTo>
                    <a:pt x="747395" y="812419"/>
                    <a:pt x="812419" y="747395"/>
                    <a:pt x="812419" y="667131"/>
                  </a:cubicBezTo>
                  <a:lnTo>
                    <a:pt x="812419" y="157988"/>
                  </a:lnTo>
                  <a:lnTo>
                    <a:pt x="818769" y="157988"/>
                  </a:lnTo>
                  <a:lnTo>
                    <a:pt x="812419" y="157988"/>
                  </a:lnTo>
                  <a:cubicBezTo>
                    <a:pt x="812419" y="77724"/>
                    <a:pt x="747395" y="12700"/>
                    <a:pt x="667131" y="12700"/>
                  </a:cubicBezTo>
                  <a:lnTo>
                    <a:pt x="157988" y="12700"/>
                  </a:lnTo>
                  <a:lnTo>
                    <a:pt x="157988" y="6350"/>
                  </a:lnTo>
                  <a:lnTo>
                    <a:pt x="157988" y="12700"/>
                  </a:lnTo>
                  <a:cubicBezTo>
                    <a:pt x="77724" y="12700"/>
                    <a:pt x="12700" y="77724"/>
                    <a:pt x="12700" y="157988"/>
                  </a:cubicBezTo>
                  <a:close/>
                </a:path>
              </a:pathLst>
            </a:custGeom>
            <a:solidFill>
              <a:srgbClr val="8D2424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7896746" y="4653037"/>
            <a:ext cx="427584" cy="534441"/>
            <a:chOff x="0" y="0"/>
            <a:chExt cx="570112" cy="71258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70112" cy="712588"/>
            </a:xfrm>
            <a:custGeom>
              <a:avLst/>
              <a:gdLst/>
              <a:ahLst/>
              <a:cxnLst/>
              <a:rect l="l" t="t" r="r" b="b"/>
              <a:pathLst>
                <a:path w="570112" h="712588">
                  <a:moveTo>
                    <a:pt x="0" y="0"/>
                  </a:moveTo>
                  <a:lnTo>
                    <a:pt x="570112" y="0"/>
                  </a:lnTo>
                  <a:lnTo>
                    <a:pt x="570112" y="712588"/>
                  </a:lnTo>
                  <a:lnTo>
                    <a:pt x="0" y="7125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57150"/>
              <a:ext cx="570112" cy="65543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312"/>
                </a:lnSpc>
              </a:pPr>
              <a:r>
                <a:rPr lang="en-US" sz="3312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2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685908" y="4615606"/>
            <a:ext cx="3563391" cy="445294"/>
            <a:chOff x="0" y="0"/>
            <a:chExt cx="4751188" cy="59372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751188" cy="593725"/>
            </a:xfrm>
            <a:custGeom>
              <a:avLst/>
              <a:gdLst/>
              <a:ahLst/>
              <a:cxnLst/>
              <a:rect l="l" t="t" r="r" b="b"/>
              <a:pathLst>
                <a:path w="4751188" h="593725">
                  <a:moveTo>
                    <a:pt x="0" y="0"/>
                  </a:moveTo>
                  <a:lnTo>
                    <a:pt x="4751188" y="0"/>
                  </a:lnTo>
                  <a:lnTo>
                    <a:pt x="4751188" y="593725"/>
                  </a:lnTo>
                  <a:lnTo>
                    <a:pt x="0" y="5937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28575"/>
              <a:ext cx="4751188" cy="6223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00"/>
                </a:lnSpc>
              </a:pPr>
              <a:r>
                <a:rPr lang="en-US" sz="2750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Voice Assistant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685908" y="5223271"/>
            <a:ext cx="8654206" cy="433388"/>
            <a:chOff x="0" y="0"/>
            <a:chExt cx="11538942" cy="57785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1538941" cy="577850"/>
            </a:xfrm>
            <a:custGeom>
              <a:avLst/>
              <a:gdLst/>
              <a:ahLst/>
              <a:cxnLst/>
              <a:rect l="l" t="t" r="r" b="b"/>
              <a:pathLst>
                <a:path w="11538941" h="577850">
                  <a:moveTo>
                    <a:pt x="0" y="0"/>
                  </a:moveTo>
                  <a:lnTo>
                    <a:pt x="11538941" y="0"/>
                  </a:lnTo>
                  <a:lnTo>
                    <a:pt x="11538941" y="577850"/>
                  </a:lnTo>
                  <a:lnTo>
                    <a:pt x="0" y="5778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76200"/>
              <a:ext cx="11538942" cy="6540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74"/>
                </a:lnSpc>
              </a:pPr>
              <a:r>
                <a:rPr lang="en-US" sz="2125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Hands-free interactions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801124" y="6227266"/>
            <a:ext cx="618828" cy="618828"/>
            <a:chOff x="0" y="0"/>
            <a:chExt cx="825103" cy="825103"/>
          </a:xfrm>
        </p:grpSpPr>
        <p:sp>
          <p:nvSpPr>
            <p:cNvPr id="34" name="Freeform 34"/>
            <p:cNvSpPr/>
            <p:nvPr/>
          </p:nvSpPr>
          <p:spPr>
            <a:xfrm>
              <a:off x="6350" y="6350"/>
              <a:ext cx="812419" cy="812419"/>
            </a:xfrm>
            <a:custGeom>
              <a:avLst/>
              <a:gdLst/>
              <a:ahLst/>
              <a:cxnLst/>
              <a:rect l="l" t="t" r="r" b="b"/>
              <a:pathLst>
                <a:path w="812419" h="812419">
                  <a:moveTo>
                    <a:pt x="0" y="151638"/>
                  </a:moveTo>
                  <a:cubicBezTo>
                    <a:pt x="0" y="67945"/>
                    <a:pt x="67945" y="0"/>
                    <a:pt x="151638" y="0"/>
                  </a:cubicBezTo>
                  <a:lnTo>
                    <a:pt x="660781" y="0"/>
                  </a:lnTo>
                  <a:cubicBezTo>
                    <a:pt x="744601" y="0"/>
                    <a:pt x="812419" y="67945"/>
                    <a:pt x="812419" y="151638"/>
                  </a:cubicBezTo>
                  <a:lnTo>
                    <a:pt x="812419" y="660781"/>
                  </a:lnTo>
                  <a:cubicBezTo>
                    <a:pt x="812419" y="744601"/>
                    <a:pt x="744474" y="812419"/>
                    <a:pt x="660781" y="812419"/>
                  </a:cubicBezTo>
                  <a:lnTo>
                    <a:pt x="151638" y="812419"/>
                  </a:lnTo>
                  <a:cubicBezTo>
                    <a:pt x="67945" y="812419"/>
                    <a:pt x="0" y="744474"/>
                    <a:pt x="0" y="660781"/>
                  </a:cubicBezTo>
                  <a:close/>
                </a:path>
              </a:pathLst>
            </a:custGeom>
            <a:solidFill>
              <a:srgbClr val="740B0B"/>
            </a:solidFill>
          </p:spPr>
        </p:sp>
        <p:sp>
          <p:nvSpPr>
            <p:cNvPr id="35" name="Freeform 35"/>
            <p:cNvSpPr/>
            <p:nvPr/>
          </p:nvSpPr>
          <p:spPr>
            <a:xfrm>
              <a:off x="0" y="0"/>
              <a:ext cx="825119" cy="825119"/>
            </a:xfrm>
            <a:custGeom>
              <a:avLst/>
              <a:gdLst/>
              <a:ahLst/>
              <a:cxnLst/>
              <a:rect l="l" t="t" r="r" b="b"/>
              <a:pathLst>
                <a:path w="825119" h="825119">
                  <a:moveTo>
                    <a:pt x="0" y="157988"/>
                  </a:moveTo>
                  <a:cubicBezTo>
                    <a:pt x="0" y="70739"/>
                    <a:pt x="70739" y="0"/>
                    <a:pt x="157988" y="0"/>
                  </a:cubicBezTo>
                  <a:lnTo>
                    <a:pt x="667131" y="0"/>
                  </a:lnTo>
                  <a:lnTo>
                    <a:pt x="667131" y="6350"/>
                  </a:lnTo>
                  <a:lnTo>
                    <a:pt x="667131" y="0"/>
                  </a:lnTo>
                  <a:lnTo>
                    <a:pt x="667131" y="6350"/>
                  </a:lnTo>
                  <a:lnTo>
                    <a:pt x="667131" y="0"/>
                  </a:lnTo>
                  <a:cubicBezTo>
                    <a:pt x="754380" y="0"/>
                    <a:pt x="825119" y="70739"/>
                    <a:pt x="825119" y="157988"/>
                  </a:cubicBezTo>
                  <a:lnTo>
                    <a:pt x="825119" y="667131"/>
                  </a:lnTo>
                  <a:lnTo>
                    <a:pt x="818769" y="667131"/>
                  </a:lnTo>
                  <a:lnTo>
                    <a:pt x="825119" y="667131"/>
                  </a:lnTo>
                  <a:cubicBezTo>
                    <a:pt x="825119" y="754380"/>
                    <a:pt x="754380" y="825119"/>
                    <a:pt x="667131" y="825119"/>
                  </a:cubicBezTo>
                  <a:lnTo>
                    <a:pt x="667131" y="818769"/>
                  </a:lnTo>
                  <a:lnTo>
                    <a:pt x="667131" y="825119"/>
                  </a:lnTo>
                  <a:lnTo>
                    <a:pt x="157988" y="825119"/>
                  </a:lnTo>
                  <a:lnTo>
                    <a:pt x="157988" y="818769"/>
                  </a:lnTo>
                  <a:lnTo>
                    <a:pt x="157988" y="825119"/>
                  </a:lnTo>
                  <a:cubicBezTo>
                    <a:pt x="70739" y="825119"/>
                    <a:pt x="0" y="754380"/>
                    <a:pt x="0" y="667131"/>
                  </a:cubicBezTo>
                  <a:lnTo>
                    <a:pt x="0" y="157988"/>
                  </a:lnTo>
                  <a:lnTo>
                    <a:pt x="6350" y="157988"/>
                  </a:lnTo>
                  <a:lnTo>
                    <a:pt x="0" y="157988"/>
                  </a:lnTo>
                  <a:moveTo>
                    <a:pt x="12700" y="157988"/>
                  </a:moveTo>
                  <a:lnTo>
                    <a:pt x="12700" y="667131"/>
                  </a:lnTo>
                  <a:lnTo>
                    <a:pt x="6350" y="667131"/>
                  </a:lnTo>
                  <a:lnTo>
                    <a:pt x="12700" y="667131"/>
                  </a:lnTo>
                  <a:cubicBezTo>
                    <a:pt x="12700" y="747395"/>
                    <a:pt x="77724" y="812419"/>
                    <a:pt x="157988" y="812419"/>
                  </a:cubicBezTo>
                  <a:lnTo>
                    <a:pt x="667131" y="812419"/>
                  </a:lnTo>
                  <a:cubicBezTo>
                    <a:pt x="747395" y="812419"/>
                    <a:pt x="812419" y="747395"/>
                    <a:pt x="812419" y="667131"/>
                  </a:cubicBezTo>
                  <a:lnTo>
                    <a:pt x="812419" y="157988"/>
                  </a:lnTo>
                  <a:lnTo>
                    <a:pt x="818769" y="157988"/>
                  </a:lnTo>
                  <a:lnTo>
                    <a:pt x="812419" y="157988"/>
                  </a:lnTo>
                  <a:cubicBezTo>
                    <a:pt x="812419" y="77724"/>
                    <a:pt x="747395" y="12700"/>
                    <a:pt x="667131" y="12700"/>
                  </a:cubicBezTo>
                  <a:lnTo>
                    <a:pt x="157988" y="12700"/>
                  </a:lnTo>
                  <a:lnTo>
                    <a:pt x="157988" y="6350"/>
                  </a:lnTo>
                  <a:lnTo>
                    <a:pt x="157988" y="12700"/>
                  </a:lnTo>
                  <a:cubicBezTo>
                    <a:pt x="77724" y="12700"/>
                    <a:pt x="12700" y="77724"/>
                    <a:pt x="12700" y="157988"/>
                  </a:cubicBezTo>
                  <a:close/>
                </a:path>
              </a:pathLst>
            </a:custGeom>
            <a:solidFill>
              <a:srgbClr val="8D2424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7896746" y="6269459"/>
            <a:ext cx="427584" cy="534441"/>
            <a:chOff x="0" y="0"/>
            <a:chExt cx="570112" cy="712588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570112" cy="712588"/>
            </a:xfrm>
            <a:custGeom>
              <a:avLst/>
              <a:gdLst/>
              <a:ahLst/>
              <a:cxnLst/>
              <a:rect l="l" t="t" r="r" b="b"/>
              <a:pathLst>
                <a:path w="570112" h="712588">
                  <a:moveTo>
                    <a:pt x="0" y="0"/>
                  </a:moveTo>
                  <a:lnTo>
                    <a:pt x="570112" y="0"/>
                  </a:lnTo>
                  <a:lnTo>
                    <a:pt x="570112" y="712588"/>
                  </a:lnTo>
                  <a:lnTo>
                    <a:pt x="0" y="7125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0" y="57150"/>
              <a:ext cx="570112" cy="65543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312"/>
                </a:lnSpc>
              </a:pPr>
              <a:r>
                <a:rPr lang="en-US" sz="3312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3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8685908" y="6232029"/>
            <a:ext cx="4003030" cy="445294"/>
            <a:chOff x="0" y="0"/>
            <a:chExt cx="5337373" cy="593725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5337373" cy="593725"/>
            </a:xfrm>
            <a:custGeom>
              <a:avLst/>
              <a:gdLst/>
              <a:ahLst/>
              <a:cxnLst/>
              <a:rect l="l" t="t" r="r" b="b"/>
              <a:pathLst>
                <a:path w="5337373" h="593725">
                  <a:moveTo>
                    <a:pt x="0" y="0"/>
                  </a:moveTo>
                  <a:lnTo>
                    <a:pt x="5337373" y="0"/>
                  </a:lnTo>
                  <a:lnTo>
                    <a:pt x="5337373" y="593725"/>
                  </a:lnTo>
                  <a:lnTo>
                    <a:pt x="0" y="5937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0" y="-28575"/>
              <a:ext cx="5337373" cy="6223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00"/>
                </a:lnSpc>
              </a:pPr>
              <a:r>
                <a:rPr lang="en-US" sz="2750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Mobile Deployment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8685908" y="6839694"/>
            <a:ext cx="8654206" cy="433388"/>
            <a:chOff x="0" y="0"/>
            <a:chExt cx="11538942" cy="57785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1538941" cy="577850"/>
            </a:xfrm>
            <a:custGeom>
              <a:avLst/>
              <a:gdLst/>
              <a:ahLst/>
              <a:cxnLst/>
              <a:rect l="l" t="t" r="r" b="b"/>
              <a:pathLst>
                <a:path w="11538941" h="577850">
                  <a:moveTo>
                    <a:pt x="0" y="0"/>
                  </a:moveTo>
                  <a:lnTo>
                    <a:pt x="11538941" y="0"/>
                  </a:lnTo>
                  <a:lnTo>
                    <a:pt x="11538941" y="577850"/>
                  </a:lnTo>
                  <a:lnTo>
                    <a:pt x="0" y="5778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0" y="-76200"/>
              <a:ext cx="11538942" cy="6540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74"/>
                </a:lnSpc>
              </a:pPr>
              <a:r>
                <a:rPr lang="en-US" sz="2125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On-the-go access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7801124" y="7843689"/>
            <a:ext cx="618828" cy="618827"/>
            <a:chOff x="0" y="0"/>
            <a:chExt cx="825103" cy="825103"/>
          </a:xfrm>
        </p:grpSpPr>
        <p:sp>
          <p:nvSpPr>
            <p:cNvPr id="46" name="Freeform 46"/>
            <p:cNvSpPr/>
            <p:nvPr/>
          </p:nvSpPr>
          <p:spPr>
            <a:xfrm>
              <a:off x="6350" y="6350"/>
              <a:ext cx="812419" cy="812419"/>
            </a:xfrm>
            <a:custGeom>
              <a:avLst/>
              <a:gdLst/>
              <a:ahLst/>
              <a:cxnLst/>
              <a:rect l="l" t="t" r="r" b="b"/>
              <a:pathLst>
                <a:path w="812419" h="812419">
                  <a:moveTo>
                    <a:pt x="0" y="151638"/>
                  </a:moveTo>
                  <a:cubicBezTo>
                    <a:pt x="0" y="67945"/>
                    <a:pt x="67945" y="0"/>
                    <a:pt x="151638" y="0"/>
                  </a:cubicBezTo>
                  <a:lnTo>
                    <a:pt x="660781" y="0"/>
                  </a:lnTo>
                  <a:cubicBezTo>
                    <a:pt x="744601" y="0"/>
                    <a:pt x="812419" y="67945"/>
                    <a:pt x="812419" y="151638"/>
                  </a:cubicBezTo>
                  <a:lnTo>
                    <a:pt x="812419" y="660781"/>
                  </a:lnTo>
                  <a:cubicBezTo>
                    <a:pt x="812419" y="744601"/>
                    <a:pt x="744474" y="812419"/>
                    <a:pt x="660781" y="812419"/>
                  </a:cubicBezTo>
                  <a:lnTo>
                    <a:pt x="151638" y="812419"/>
                  </a:lnTo>
                  <a:cubicBezTo>
                    <a:pt x="67945" y="812419"/>
                    <a:pt x="0" y="744474"/>
                    <a:pt x="0" y="660781"/>
                  </a:cubicBezTo>
                  <a:close/>
                </a:path>
              </a:pathLst>
            </a:custGeom>
            <a:solidFill>
              <a:srgbClr val="740B0B"/>
            </a:solidFill>
          </p:spPr>
        </p:sp>
        <p:sp>
          <p:nvSpPr>
            <p:cNvPr id="47" name="Freeform 47"/>
            <p:cNvSpPr/>
            <p:nvPr/>
          </p:nvSpPr>
          <p:spPr>
            <a:xfrm>
              <a:off x="0" y="0"/>
              <a:ext cx="825119" cy="825119"/>
            </a:xfrm>
            <a:custGeom>
              <a:avLst/>
              <a:gdLst/>
              <a:ahLst/>
              <a:cxnLst/>
              <a:rect l="l" t="t" r="r" b="b"/>
              <a:pathLst>
                <a:path w="825119" h="825119">
                  <a:moveTo>
                    <a:pt x="0" y="157988"/>
                  </a:moveTo>
                  <a:cubicBezTo>
                    <a:pt x="0" y="70739"/>
                    <a:pt x="70739" y="0"/>
                    <a:pt x="157988" y="0"/>
                  </a:cubicBezTo>
                  <a:lnTo>
                    <a:pt x="667131" y="0"/>
                  </a:lnTo>
                  <a:lnTo>
                    <a:pt x="667131" y="6350"/>
                  </a:lnTo>
                  <a:lnTo>
                    <a:pt x="667131" y="0"/>
                  </a:lnTo>
                  <a:lnTo>
                    <a:pt x="667131" y="6350"/>
                  </a:lnTo>
                  <a:lnTo>
                    <a:pt x="667131" y="0"/>
                  </a:lnTo>
                  <a:cubicBezTo>
                    <a:pt x="754380" y="0"/>
                    <a:pt x="825119" y="70739"/>
                    <a:pt x="825119" y="157988"/>
                  </a:cubicBezTo>
                  <a:lnTo>
                    <a:pt x="825119" y="667131"/>
                  </a:lnTo>
                  <a:lnTo>
                    <a:pt x="818769" y="667131"/>
                  </a:lnTo>
                  <a:lnTo>
                    <a:pt x="825119" y="667131"/>
                  </a:lnTo>
                  <a:cubicBezTo>
                    <a:pt x="825119" y="754380"/>
                    <a:pt x="754380" y="825119"/>
                    <a:pt x="667131" y="825119"/>
                  </a:cubicBezTo>
                  <a:lnTo>
                    <a:pt x="667131" y="818769"/>
                  </a:lnTo>
                  <a:lnTo>
                    <a:pt x="667131" y="825119"/>
                  </a:lnTo>
                  <a:lnTo>
                    <a:pt x="157988" y="825119"/>
                  </a:lnTo>
                  <a:lnTo>
                    <a:pt x="157988" y="818769"/>
                  </a:lnTo>
                  <a:lnTo>
                    <a:pt x="157988" y="825119"/>
                  </a:lnTo>
                  <a:cubicBezTo>
                    <a:pt x="70739" y="825119"/>
                    <a:pt x="0" y="754380"/>
                    <a:pt x="0" y="667131"/>
                  </a:cubicBezTo>
                  <a:lnTo>
                    <a:pt x="0" y="157988"/>
                  </a:lnTo>
                  <a:lnTo>
                    <a:pt x="6350" y="157988"/>
                  </a:lnTo>
                  <a:lnTo>
                    <a:pt x="0" y="157988"/>
                  </a:lnTo>
                  <a:moveTo>
                    <a:pt x="12700" y="157988"/>
                  </a:moveTo>
                  <a:lnTo>
                    <a:pt x="12700" y="667131"/>
                  </a:lnTo>
                  <a:lnTo>
                    <a:pt x="6350" y="667131"/>
                  </a:lnTo>
                  <a:lnTo>
                    <a:pt x="12700" y="667131"/>
                  </a:lnTo>
                  <a:cubicBezTo>
                    <a:pt x="12700" y="747395"/>
                    <a:pt x="77724" y="812419"/>
                    <a:pt x="157988" y="812419"/>
                  </a:cubicBezTo>
                  <a:lnTo>
                    <a:pt x="667131" y="812419"/>
                  </a:lnTo>
                  <a:cubicBezTo>
                    <a:pt x="747395" y="812419"/>
                    <a:pt x="812419" y="747395"/>
                    <a:pt x="812419" y="667131"/>
                  </a:cubicBezTo>
                  <a:lnTo>
                    <a:pt x="812419" y="157988"/>
                  </a:lnTo>
                  <a:lnTo>
                    <a:pt x="818769" y="157988"/>
                  </a:lnTo>
                  <a:lnTo>
                    <a:pt x="812419" y="157988"/>
                  </a:lnTo>
                  <a:cubicBezTo>
                    <a:pt x="812419" y="77724"/>
                    <a:pt x="747395" y="12700"/>
                    <a:pt x="667131" y="12700"/>
                  </a:cubicBezTo>
                  <a:lnTo>
                    <a:pt x="157988" y="12700"/>
                  </a:lnTo>
                  <a:lnTo>
                    <a:pt x="157988" y="6350"/>
                  </a:lnTo>
                  <a:lnTo>
                    <a:pt x="157988" y="12700"/>
                  </a:lnTo>
                  <a:cubicBezTo>
                    <a:pt x="77724" y="12700"/>
                    <a:pt x="12700" y="77724"/>
                    <a:pt x="12700" y="157988"/>
                  </a:cubicBezTo>
                  <a:close/>
                </a:path>
              </a:pathLst>
            </a:custGeom>
            <a:solidFill>
              <a:srgbClr val="8D2424"/>
            </a:solidFill>
          </p:spPr>
        </p:sp>
      </p:grpSp>
      <p:grpSp>
        <p:nvGrpSpPr>
          <p:cNvPr id="48" name="Group 48"/>
          <p:cNvGrpSpPr/>
          <p:nvPr/>
        </p:nvGrpSpPr>
        <p:grpSpPr>
          <a:xfrm>
            <a:off x="7896746" y="7885881"/>
            <a:ext cx="427584" cy="534441"/>
            <a:chOff x="0" y="0"/>
            <a:chExt cx="570112" cy="712588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570112" cy="712588"/>
            </a:xfrm>
            <a:custGeom>
              <a:avLst/>
              <a:gdLst/>
              <a:ahLst/>
              <a:cxnLst/>
              <a:rect l="l" t="t" r="r" b="b"/>
              <a:pathLst>
                <a:path w="570112" h="712588">
                  <a:moveTo>
                    <a:pt x="0" y="0"/>
                  </a:moveTo>
                  <a:lnTo>
                    <a:pt x="570112" y="0"/>
                  </a:lnTo>
                  <a:lnTo>
                    <a:pt x="570112" y="712588"/>
                  </a:lnTo>
                  <a:lnTo>
                    <a:pt x="0" y="7125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0" name="TextBox 50"/>
            <p:cNvSpPr txBox="1"/>
            <p:nvPr/>
          </p:nvSpPr>
          <p:spPr>
            <a:xfrm>
              <a:off x="0" y="57150"/>
              <a:ext cx="570112" cy="65543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3312"/>
                </a:lnSpc>
              </a:pPr>
              <a:r>
                <a:rPr lang="en-US" sz="3312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4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8685908" y="7848451"/>
            <a:ext cx="3908971" cy="445294"/>
            <a:chOff x="0" y="0"/>
            <a:chExt cx="5211962" cy="593725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5211962" cy="593725"/>
            </a:xfrm>
            <a:custGeom>
              <a:avLst/>
              <a:gdLst/>
              <a:ahLst/>
              <a:cxnLst/>
              <a:rect l="l" t="t" r="r" b="b"/>
              <a:pathLst>
                <a:path w="5211962" h="593725">
                  <a:moveTo>
                    <a:pt x="0" y="0"/>
                  </a:moveTo>
                  <a:lnTo>
                    <a:pt x="5211962" y="0"/>
                  </a:lnTo>
                  <a:lnTo>
                    <a:pt x="5211962" y="593725"/>
                  </a:lnTo>
                  <a:lnTo>
                    <a:pt x="0" y="5937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3" name="TextBox 53"/>
            <p:cNvSpPr txBox="1"/>
            <p:nvPr/>
          </p:nvSpPr>
          <p:spPr>
            <a:xfrm>
              <a:off x="0" y="-28575"/>
              <a:ext cx="5211962" cy="6223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00"/>
                </a:lnSpc>
              </a:pPr>
              <a:r>
                <a:rPr lang="en-US" sz="2750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Push Notifications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8685908" y="8456116"/>
            <a:ext cx="8654206" cy="433388"/>
            <a:chOff x="0" y="0"/>
            <a:chExt cx="11538942" cy="57785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1538941" cy="577850"/>
            </a:xfrm>
            <a:custGeom>
              <a:avLst/>
              <a:gdLst/>
              <a:ahLst/>
              <a:cxnLst/>
              <a:rect l="l" t="t" r="r" b="b"/>
              <a:pathLst>
                <a:path w="11538941" h="577850">
                  <a:moveTo>
                    <a:pt x="0" y="0"/>
                  </a:moveTo>
                  <a:lnTo>
                    <a:pt x="11538941" y="0"/>
                  </a:lnTo>
                  <a:lnTo>
                    <a:pt x="11538941" y="577850"/>
                  </a:lnTo>
                  <a:lnTo>
                    <a:pt x="0" y="5778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6" name="TextBox 56"/>
            <p:cNvSpPr txBox="1"/>
            <p:nvPr/>
          </p:nvSpPr>
          <p:spPr>
            <a:xfrm>
              <a:off x="0" y="-76200"/>
              <a:ext cx="11538942" cy="6540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74"/>
                </a:lnSpc>
              </a:pPr>
              <a:r>
                <a:rPr lang="en-US" sz="2125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Reminders and alerts</a:t>
              </a:r>
            </a:p>
          </p:txBody>
        </p:sp>
      </p:grpSp>
      <p:pic>
        <p:nvPicPr>
          <p:cNvPr id="2050" name="Picture 2" descr="Student avatar user profile icon Royalty Free Vector Image">
            <a:extLst>
              <a:ext uri="{FF2B5EF4-FFF2-40B4-BE49-F238E27FC236}">
                <a16:creationId xmlns:a16="http://schemas.microsoft.com/office/drawing/2014/main" id="{7E513B7A-B067-5F66-68D5-7714F8ADFE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03149" y="2727040"/>
            <a:ext cx="1287994" cy="1391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Microphone Generic Flat icon | Freepik">
            <a:extLst>
              <a:ext uri="{FF2B5EF4-FFF2-40B4-BE49-F238E27FC236}">
                <a16:creationId xmlns:a16="http://schemas.microsoft.com/office/drawing/2014/main" id="{D3E3F3D6-C377-D628-603E-9BDCF39C2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01549" y="4337641"/>
            <a:ext cx="1289594" cy="1289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Modern Mobile Phone Circular Icon Flat Vector Illustration | Premium Vector">
            <a:extLst>
              <a:ext uri="{FF2B5EF4-FFF2-40B4-BE49-F238E27FC236}">
                <a16:creationId xmlns:a16="http://schemas.microsoft.com/office/drawing/2014/main" id="{7FB5B4F3-E946-EA7B-E617-62E721E1F1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6061" y="5955954"/>
            <a:ext cx="1317128" cy="1317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" name="Picture 2" descr="Notification-bell-icons Copy Stock Vector - Illustration of doorbell,  notifications: 107566385">
            <a:extLst>
              <a:ext uri="{FF2B5EF4-FFF2-40B4-BE49-F238E27FC236}">
                <a16:creationId xmlns:a16="http://schemas.microsoft.com/office/drawing/2014/main" id="{261215D4-DCFC-1E76-B688-B8777F86E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46650" y="7570485"/>
            <a:ext cx="1446520" cy="1446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A0A">
                <a:alpha val="90196"/>
              </a:srgbClr>
            </a:solidFill>
          </p:spPr>
        </p:sp>
      </p:grpSp>
      <p:sp>
        <p:nvSpPr>
          <p:cNvPr id="5" name="Freeform 5" descr="preencoded.png"/>
          <p:cNvSpPr/>
          <p:nvPr/>
        </p:nvSpPr>
        <p:spPr>
          <a:xfrm>
            <a:off x="0" y="0"/>
            <a:ext cx="18288000" cy="3385245"/>
          </a:xfrm>
          <a:custGeom>
            <a:avLst/>
            <a:gdLst/>
            <a:ahLst/>
            <a:cxnLst/>
            <a:rect l="l" t="t" r="r" b="b"/>
            <a:pathLst>
              <a:path w="18288000" h="3385245">
                <a:moveTo>
                  <a:pt x="0" y="0"/>
                </a:moveTo>
                <a:lnTo>
                  <a:pt x="18288000" y="0"/>
                </a:lnTo>
                <a:lnTo>
                  <a:pt x="18288000" y="3385245"/>
                </a:lnTo>
                <a:lnTo>
                  <a:pt x="0" y="33852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7" r="-57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947886" y="4450705"/>
            <a:ext cx="11244114" cy="890885"/>
            <a:chOff x="0" y="0"/>
            <a:chExt cx="10126463" cy="118784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126463" cy="1187847"/>
            </a:xfrm>
            <a:custGeom>
              <a:avLst/>
              <a:gdLst/>
              <a:ahLst/>
              <a:cxnLst/>
              <a:rect l="l" t="t" r="r" b="b"/>
              <a:pathLst>
                <a:path w="10126463" h="1187847">
                  <a:moveTo>
                    <a:pt x="0" y="0"/>
                  </a:moveTo>
                  <a:lnTo>
                    <a:pt x="10126463" y="0"/>
                  </a:lnTo>
                  <a:lnTo>
                    <a:pt x="10126463" y="1187847"/>
                  </a:lnTo>
                  <a:lnTo>
                    <a:pt x="0" y="11878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10126463" cy="121642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7000"/>
                </a:lnSpc>
              </a:pPr>
              <a:r>
                <a:rPr lang="en-US" sz="5562" u="sng" dirty="0">
                  <a:solidFill>
                    <a:srgbClr val="FAEBEB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Project Learnings: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43124" y="5742980"/>
            <a:ext cx="8070354" cy="1611065"/>
            <a:chOff x="0" y="0"/>
            <a:chExt cx="10760472" cy="2148087"/>
          </a:xfrm>
        </p:grpSpPr>
        <p:sp>
          <p:nvSpPr>
            <p:cNvPr id="10" name="Freeform 10"/>
            <p:cNvSpPr/>
            <p:nvPr/>
          </p:nvSpPr>
          <p:spPr>
            <a:xfrm>
              <a:off x="6350" y="6350"/>
              <a:ext cx="10747756" cy="2135378"/>
            </a:xfrm>
            <a:custGeom>
              <a:avLst/>
              <a:gdLst/>
              <a:ahLst/>
              <a:cxnLst/>
              <a:rect l="l" t="t" r="r" b="b"/>
              <a:pathLst>
                <a:path w="10747756" h="2135378">
                  <a:moveTo>
                    <a:pt x="0" y="151638"/>
                  </a:moveTo>
                  <a:cubicBezTo>
                    <a:pt x="0" y="67945"/>
                    <a:pt x="68199" y="0"/>
                    <a:pt x="152400" y="0"/>
                  </a:cubicBezTo>
                  <a:lnTo>
                    <a:pt x="10595356" y="0"/>
                  </a:lnTo>
                  <a:cubicBezTo>
                    <a:pt x="10679557" y="0"/>
                    <a:pt x="10747756" y="67945"/>
                    <a:pt x="10747756" y="151638"/>
                  </a:cubicBezTo>
                  <a:lnTo>
                    <a:pt x="10747756" y="1983740"/>
                  </a:lnTo>
                  <a:cubicBezTo>
                    <a:pt x="10747756" y="2067560"/>
                    <a:pt x="10679557" y="2135378"/>
                    <a:pt x="10595356" y="2135378"/>
                  </a:cubicBezTo>
                  <a:lnTo>
                    <a:pt x="152400" y="2135378"/>
                  </a:lnTo>
                  <a:cubicBezTo>
                    <a:pt x="68199" y="2135378"/>
                    <a:pt x="0" y="2067433"/>
                    <a:pt x="0" y="1983740"/>
                  </a:cubicBezTo>
                  <a:close/>
                </a:path>
              </a:pathLst>
            </a:custGeom>
            <a:solidFill>
              <a:srgbClr val="740B0B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0" y="0"/>
              <a:ext cx="10760456" cy="2148078"/>
            </a:xfrm>
            <a:custGeom>
              <a:avLst/>
              <a:gdLst/>
              <a:ahLst/>
              <a:cxnLst/>
              <a:rect l="l" t="t" r="r" b="b"/>
              <a:pathLst>
                <a:path w="10760456" h="2148078">
                  <a:moveTo>
                    <a:pt x="0" y="157988"/>
                  </a:moveTo>
                  <a:cubicBezTo>
                    <a:pt x="0" y="70739"/>
                    <a:pt x="71120" y="0"/>
                    <a:pt x="158750" y="0"/>
                  </a:cubicBezTo>
                  <a:lnTo>
                    <a:pt x="10601706" y="0"/>
                  </a:lnTo>
                  <a:lnTo>
                    <a:pt x="10601706" y="6350"/>
                  </a:lnTo>
                  <a:lnTo>
                    <a:pt x="10601706" y="0"/>
                  </a:lnTo>
                  <a:cubicBezTo>
                    <a:pt x="10689337" y="0"/>
                    <a:pt x="10760456" y="70739"/>
                    <a:pt x="10760456" y="157988"/>
                  </a:cubicBezTo>
                  <a:lnTo>
                    <a:pt x="10754106" y="157988"/>
                  </a:lnTo>
                  <a:lnTo>
                    <a:pt x="10760456" y="157988"/>
                  </a:lnTo>
                  <a:lnTo>
                    <a:pt x="10760456" y="1990090"/>
                  </a:lnTo>
                  <a:lnTo>
                    <a:pt x="10754106" y="1990090"/>
                  </a:lnTo>
                  <a:lnTo>
                    <a:pt x="10760456" y="1990090"/>
                  </a:lnTo>
                  <a:cubicBezTo>
                    <a:pt x="10760456" y="2077339"/>
                    <a:pt x="10689337" y="2148078"/>
                    <a:pt x="10601706" y="2148078"/>
                  </a:cubicBezTo>
                  <a:lnTo>
                    <a:pt x="10601706" y="2141728"/>
                  </a:lnTo>
                  <a:lnTo>
                    <a:pt x="10601706" y="2148078"/>
                  </a:lnTo>
                  <a:lnTo>
                    <a:pt x="158750" y="2148078"/>
                  </a:lnTo>
                  <a:lnTo>
                    <a:pt x="158750" y="2141728"/>
                  </a:lnTo>
                  <a:lnTo>
                    <a:pt x="158750" y="2148078"/>
                  </a:lnTo>
                  <a:cubicBezTo>
                    <a:pt x="71120" y="2148078"/>
                    <a:pt x="0" y="2077339"/>
                    <a:pt x="0" y="1990090"/>
                  </a:cubicBezTo>
                  <a:lnTo>
                    <a:pt x="0" y="157988"/>
                  </a:lnTo>
                  <a:lnTo>
                    <a:pt x="6350" y="157988"/>
                  </a:lnTo>
                  <a:lnTo>
                    <a:pt x="0" y="157988"/>
                  </a:lnTo>
                  <a:moveTo>
                    <a:pt x="12700" y="157988"/>
                  </a:moveTo>
                  <a:lnTo>
                    <a:pt x="12700" y="1990090"/>
                  </a:lnTo>
                  <a:lnTo>
                    <a:pt x="6350" y="1990090"/>
                  </a:lnTo>
                  <a:lnTo>
                    <a:pt x="12700" y="1990090"/>
                  </a:lnTo>
                  <a:cubicBezTo>
                    <a:pt x="12700" y="2070354"/>
                    <a:pt x="78105" y="2135378"/>
                    <a:pt x="158750" y="2135378"/>
                  </a:cubicBezTo>
                  <a:lnTo>
                    <a:pt x="10601706" y="2135378"/>
                  </a:lnTo>
                  <a:cubicBezTo>
                    <a:pt x="10682351" y="2135378"/>
                    <a:pt x="10747756" y="2070354"/>
                    <a:pt x="10747756" y="1990090"/>
                  </a:cubicBezTo>
                  <a:lnTo>
                    <a:pt x="10747756" y="157988"/>
                  </a:lnTo>
                  <a:cubicBezTo>
                    <a:pt x="10747756" y="77724"/>
                    <a:pt x="10682351" y="12700"/>
                    <a:pt x="10601706" y="12700"/>
                  </a:cubicBezTo>
                  <a:lnTo>
                    <a:pt x="158750" y="12700"/>
                  </a:lnTo>
                  <a:lnTo>
                    <a:pt x="158750" y="6350"/>
                  </a:lnTo>
                  <a:lnTo>
                    <a:pt x="158750" y="12700"/>
                  </a:lnTo>
                  <a:cubicBezTo>
                    <a:pt x="78105" y="12700"/>
                    <a:pt x="12700" y="77724"/>
                    <a:pt x="12700" y="157988"/>
                  </a:cubicBezTo>
                  <a:close/>
                </a:path>
              </a:pathLst>
            </a:custGeom>
            <a:solidFill>
              <a:srgbClr val="8D2424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228130" y="6027985"/>
            <a:ext cx="3563391" cy="445294"/>
            <a:chOff x="0" y="0"/>
            <a:chExt cx="4751188" cy="59372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751188" cy="593725"/>
            </a:xfrm>
            <a:custGeom>
              <a:avLst/>
              <a:gdLst/>
              <a:ahLst/>
              <a:cxnLst/>
              <a:rect l="l" t="t" r="r" b="b"/>
              <a:pathLst>
                <a:path w="4751188" h="593725">
                  <a:moveTo>
                    <a:pt x="0" y="0"/>
                  </a:moveTo>
                  <a:lnTo>
                    <a:pt x="4751188" y="0"/>
                  </a:lnTo>
                  <a:lnTo>
                    <a:pt x="4751188" y="593725"/>
                  </a:lnTo>
                  <a:lnTo>
                    <a:pt x="0" y="5937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4751188" cy="6223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00"/>
                </a:lnSpc>
              </a:pPr>
              <a:r>
                <a:rPr lang="en-US" sz="2750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Python Backend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28130" y="6635651"/>
            <a:ext cx="7500342" cy="433388"/>
            <a:chOff x="0" y="0"/>
            <a:chExt cx="10000457" cy="5778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000457" cy="577850"/>
            </a:xfrm>
            <a:custGeom>
              <a:avLst/>
              <a:gdLst/>
              <a:ahLst/>
              <a:cxnLst/>
              <a:rect l="l" t="t" r="r" b="b"/>
              <a:pathLst>
                <a:path w="10000457" h="577850">
                  <a:moveTo>
                    <a:pt x="0" y="0"/>
                  </a:moveTo>
                  <a:lnTo>
                    <a:pt x="10000457" y="0"/>
                  </a:lnTo>
                  <a:lnTo>
                    <a:pt x="10000457" y="577850"/>
                  </a:lnTo>
                  <a:lnTo>
                    <a:pt x="0" y="5778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76200"/>
              <a:ext cx="10000457" cy="6540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74"/>
                </a:lnSpc>
              </a:pPr>
              <a:r>
                <a:rPr lang="en-US" sz="2125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Development and deployment skills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274671" y="5742980"/>
            <a:ext cx="8070354" cy="1611065"/>
            <a:chOff x="0" y="0"/>
            <a:chExt cx="10760472" cy="2148087"/>
          </a:xfrm>
        </p:grpSpPr>
        <p:sp>
          <p:nvSpPr>
            <p:cNvPr id="19" name="Freeform 19"/>
            <p:cNvSpPr/>
            <p:nvPr/>
          </p:nvSpPr>
          <p:spPr>
            <a:xfrm>
              <a:off x="6350" y="6350"/>
              <a:ext cx="10747756" cy="2135378"/>
            </a:xfrm>
            <a:custGeom>
              <a:avLst/>
              <a:gdLst/>
              <a:ahLst/>
              <a:cxnLst/>
              <a:rect l="l" t="t" r="r" b="b"/>
              <a:pathLst>
                <a:path w="10747756" h="2135378">
                  <a:moveTo>
                    <a:pt x="0" y="151638"/>
                  </a:moveTo>
                  <a:cubicBezTo>
                    <a:pt x="0" y="67945"/>
                    <a:pt x="68199" y="0"/>
                    <a:pt x="152400" y="0"/>
                  </a:cubicBezTo>
                  <a:lnTo>
                    <a:pt x="10595356" y="0"/>
                  </a:lnTo>
                  <a:cubicBezTo>
                    <a:pt x="10679557" y="0"/>
                    <a:pt x="10747756" y="67945"/>
                    <a:pt x="10747756" y="151638"/>
                  </a:cubicBezTo>
                  <a:lnTo>
                    <a:pt x="10747756" y="1983740"/>
                  </a:lnTo>
                  <a:cubicBezTo>
                    <a:pt x="10747756" y="2067560"/>
                    <a:pt x="10679557" y="2135378"/>
                    <a:pt x="10595356" y="2135378"/>
                  </a:cubicBezTo>
                  <a:lnTo>
                    <a:pt x="152400" y="2135378"/>
                  </a:lnTo>
                  <a:cubicBezTo>
                    <a:pt x="68199" y="2135378"/>
                    <a:pt x="0" y="2067433"/>
                    <a:pt x="0" y="1983740"/>
                  </a:cubicBezTo>
                  <a:close/>
                </a:path>
              </a:pathLst>
            </a:custGeom>
            <a:solidFill>
              <a:srgbClr val="740B0B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0" y="0"/>
              <a:ext cx="10760456" cy="2148078"/>
            </a:xfrm>
            <a:custGeom>
              <a:avLst/>
              <a:gdLst/>
              <a:ahLst/>
              <a:cxnLst/>
              <a:rect l="l" t="t" r="r" b="b"/>
              <a:pathLst>
                <a:path w="10760456" h="2148078">
                  <a:moveTo>
                    <a:pt x="0" y="157988"/>
                  </a:moveTo>
                  <a:cubicBezTo>
                    <a:pt x="0" y="70739"/>
                    <a:pt x="71120" y="0"/>
                    <a:pt x="158750" y="0"/>
                  </a:cubicBezTo>
                  <a:lnTo>
                    <a:pt x="10601706" y="0"/>
                  </a:lnTo>
                  <a:lnTo>
                    <a:pt x="10601706" y="6350"/>
                  </a:lnTo>
                  <a:lnTo>
                    <a:pt x="10601706" y="0"/>
                  </a:lnTo>
                  <a:cubicBezTo>
                    <a:pt x="10689337" y="0"/>
                    <a:pt x="10760456" y="70739"/>
                    <a:pt x="10760456" y="157988"/>
                  </a:cubicBezTo>
                  <a:lnTo>
                    <a:pt x="10754106" y="157988"/>
                  </a:lnTo>
                  <a:lnTo>
                    <a:pt x="10760456" y="157988"/>
                  </a:lnTo>
                  <a:lnTo>
                    <a:pt x="10760456" y="1990090"/>
                  </a:lnTo>
                  <a:lnTo>
                    <a:pt x="10754106" y="1990090"/>
                  </a:lnTo>
                  <a:lnTo>
                    <a:pt x="10760456" y="1990090"/>
                  </a:lnTo>
                  <a:cubicBezTo>
                    <a:pt x="10760456" y="2077339"/>
                    <a:pt x="10689337" y="2148078"/>
                    <a:pt x="10601706" y="2148078"/>
                  </a:cubicBezTo>
                  <a:lnTo>
                    <a:pt x="10601706" y="2141728"/>
                  </a:lnTo>
                  <a:lnTo>
                    <a:pt x="10601706" y="2148078"/>
                  </a:lnTo>
                  <a:lnTo>
                    <a:pt x="158750" y="2148078"/>
                  </a:lnTo>
                  <a:lnTo>
                    <a:pt x="158750" y="2141728"/>
                  </a:lnTo>
                  <a:lnTo>
                    <a:pt x="158750" y="2148078"/>
                  </a:lnTo>
                  <a:cubicBezTo>
                    <a:pt x="71120" y="2148078"/>
                    <a:pt x="0" y="2077339"/>
                    <a:pt x="0" y="1990090"/>
                  </a:cubicBezTo>
                  <a:lnTo>
                    <a:pt x="0" y="157988"/>
                  </a:lnTo>
                  <a:lnTo>
                    <a:pt x="6350" y="157988"/>
                  </a:lnTo>
                  <a:lnTo>
                    <a:pt x="0" y="157988"/>
                  </a:lnTo>
                  <a:moveTo>
                    <a:pt x="12700" y="157988"/>
                  </a:moveTo>
                  <a:lnTo>
                    <a:pt x="12700" y="1990090"/>
                  </a:lnTo>
                  <a:lnTo>
                    <a:pt x="6350" y="1990090"/>
                  </a:lnTo>
                  <a:lnTo>
                    <a:pt x="12700" y="1990090"/>
                  </a:lnTo>
                  <a:cubicBezTo>
                    <a:pt x="12700" y="2070354"/>
                    <a:pt x="78105" y="2135378"/>
                    <a:pt x="158750" y="2135378"/>
                  </a:cubicBezTo>
                  <a:lnTo>
                    <a:pt x="10601706" y="2135378"/>
                  </a:lnTo>
                  <a:cubicBezTo>
                    <a:pt x="10682351" y="2135378"/>
                    <a:pt x="10747756" y="2070354"/>
                    <a:pt x="10747756" y="1990090"/>
                  </a:cubicBezTo>
                  <a:lnTo>
                    <a:pt x="10747756" y="157988"/>
                  </a:lnTo>
                  <a:cubicBezTo>
                    <a:pt x="10747756" y="77724"/>
                    <a:pt x="10682351" y="12700"/>
                    <a:pt x="10601706" y="12700"/>
                  </a:cubicBezTo>
                  <a:lnTo>
                    <a:pt x="158750" y="12700"/>
                  </a:lnTo>
                  <a:lnTo>
                    <a:pt x="158750" y="6350"/>
                  </a:lnTo>
                  <a:lnTo>
                    <a:pt x="158750" y="12700"/>
                  </a:lnTo>
                  <a:cubicBezTo>
                    <a:pt x="78105" y="12700"/>
                    <a:pt x="12700" y="77724"/>
                    <a:pt x="12700" y="157988"/>
                  </a:cubicBezTo>
                  <a:close/>
                </a:path>
              </a:pathLst>
            </a:custGeom>
            <a:solidFill>
              <a:srgbClr val="8D2424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9559678" y="6027985"/>
            <a:ext cx="3563391" cy="445294"/>
            <a:chOff x="0" y="0"/>
            <a:chExt cx="4751188" cy="59372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751188" cy="593725"/>
            </a:xfrm>
            <a:custGeom>
              <a:avLst/>
              <a:gdLst/>
              <a:ahLst/>
              <a:cxnLst/>
              <a:rect l="l" t="t" r="r" b="b"/>
              <a:pathLst>
                <a:path w="4751188" h="593725">
                  <a:moveTo>
                    <a:pt x="0" y="0"/>
                  </a:moveTo>
                  <a:lnTo>
                    <a:pt x="4751188" y="0"/>
                  </a:lnTo>
                  <a:lnTo>
                    <a:pt x="4751188" y="593725"/>
                  </a:lnTo>
                  <a:lnTo>
                    <a:pt x="0" y="5937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28575"/>
              <a:ext cx="4751188" cy="6223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00"/>
                </a:lnSpc>
              </a:pPr>
              <a:r>
                <a:rPr lang="en-US" sz="2750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API Integration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559678" y="6635651"/>
            <a:ext cx="7500342" cy="433388"/>
            <a:chOff x="0" y="0"/>
            <a:chExt cx="10000457" cy="57785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000457" cy="577850"/>
            </a:xfrm>
            <a:custGeom>
              <a:avLst/>
              <a:gdLst/>
              <a:ahLst/>
              <a:cxnLst/>
              <a:rect l="l" t="t" r="r" b="b"/>
              <a:pathLst>
                <a:path w="10000457" h="577850">
                  <a:moveTo>
                    <a:pt x="0" y="0"/>
                  </a:moveTo>
                  <a:lnTo>
                    <a:pt x="10000457" y="0"/>
                  </a:lnTo>
                  <a:lnTo>
                    <a:pt x="10000457" y="577850"/>
                  </a:lnTo>
                  <a:lnTo>
                    <a:pt x="0" y="5778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76200"/>
              <a:ext cx="10000457" cy="6540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74"/>
                </a:lnSpc>
              </a:pPr>
              <a:r>
                <a:rPr lang="en-US" sz="2125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Handling real-time data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3124" y="7615237"/>
            <a:ext cx="8070354" cy="1611065"/>
            <a:chOff x="0" y="0"/>
            <a:chExt cx="10760472" cy="2148087"/>
          </a:xfrm>
        </p:grpSpPr>
        <p:sp>
          <p:nvSpPr>
            <p:cNvPr id="28" name="Freeform 28"/>
            <p:cNvSpPr/>
            <p:nvPr/>
          </p:nvSpPr>
          <p:spPr>
            <a:xfrm>
              <a:off x="6350" y="6350"/>
              <a:ext cx="10747756" cy="2135378"/>
            </a:xfrm>
            <a:custGeom>
              <a:avLst/>
              <a:gdLst/>
              <a:ahLst/>
              <a:cxnLst/>
              <a:rect l="l" t="t" r="r" b="b"/>
              <a:pathLst>
                <a:path w="10747756" h="2135378">
                  <a:moveTo>
                    <a:pt x="0" y="151638"/>
                  </a:moveTo>
                  <a:cubicBezTo>
                    <a:pt x="0" y="67945"/>
                    <a:pt x="68199" y="0"/>
                    <a:pt x="152400" y="0"/>
                  </a:cubicBezTo>
                  <a:lnTo>
                    <a:pt x="10595356" y="0"/>
                  </a:lnTo>
                  <a:cubicBezTo>
                    <a:pt x="10679557" y="0"/>
                    <a:pt x="10747756" y="67945"/>
                    <a:pt x="10747756" y="151638"/>
                  </a:cubicBezTo>
                  <a:lnTo>
                    <a:pt x="10747756" y="1983740"/>
                  </a:lnTo>
                  <a:cubicBezTo>
                    <a:pt x="10747756" y="2067560"/>
                    <a:pt x="10679557" y="2135378"/>
                    <a:pt x="10595356" y="2135378"/>
                  </a:cubicBezTo>
                  <a:lnTo>
                    <a:pt x="152400" y="2135378"/>
                  </a:lnTo>
                  <a:cubicBezTo>
                    <a:pt x="68199" y="2135378"/>
                    <a:pt x="0" y="2067433"/>
                    <a:pt x="0" y="1983740"/>
                  </a:cubicBezTo>
                  <a:close/>
                </a:path>
              </a:pathLst>
            </a:custGeom>
            <a:solidFill>
              <a:srgbClr val="740B0B"/>
            </a:solidFill>
          </p:spPr>
        </p:sp>
        <p:sp>
          <p:nvSpPr>
            <p:cNvPr id="29" name="Freeform 29"/>
            <p:cNvSpPr/>
            <p:nvPr/>
          </p:nvSpPr>
          <p:spPr>
            <a:xfrm>
              <a:off x="0" y="0"/>
              <a:ext cx="10760456" cy="2148078"/>
            </a:xfrm>
            <a:custGeom>
              <a:avLst/>
              <a:gdLst/>
              <a:ahLst/>
              <a:cxnLst/>
              <a:rect l="l" t="t" r="r" b="b"/>
              <a:pathLst>
                <a:path w="10760456" h="2148078">
                  <a:moveTo>
                    <a:pt x="0" y="157988"/>
                  </a:moveTo>
                  <a:cubicBezTo>
                    <a:pt x="0" y="70739"/>
                    <a:pt x="71120" y="0"/>
                    <a:pt x="158750" y="0"/>
                  </a:cubicBezTo>
                  <a:lnTo>
                    <a:pt x="10601706" y="0"/>
                  </a:lnTo>
                  <a:lnTo>
                    <a:pt x="10601706" y="6350"/>
                  </a:lnTo>
                  <a:lnTo>
                    <a:pt x="10601706" y="0"/>
                  </a:lnTo>
                  <a:cubicBezTo>
                    <a:pt x="10689337" y="0"/>
                    <a:pt x="10760456" y="70739"/>
                    <a:pt x="10760456" y="157988"/>
                  </a:cubicBezTo>
                  <a:lnTo>
                    <a:pt x="10754106" y="157988"/>
                  </a:lnTo>
                  <a:lnTo>
                    <a:pt x="10760456" y="157988"/>
                  </a:lnTo>
                  <a:lnTo>
                    <a:pt x="10760456" y="1990090"/>
                  </a:lnTo>
                  <a:lnTo>
                    <a:pt x="10754106" y="1990090"/>
                  </a:lnTo>
                  <a:lnTo>
                    <a:pt x="10760456" y="1990090"/>
                  </a:lnTo>
                  <a:cubicBezTo>
                    <a:pt x="10760456" y="2077339"/>
                    <a:pt x="10689337" y="2148078"/>
                    <a:pt x="10601706" y="2148078"/>
                  </a:cubicBezTo>
                  <a:lnTo>
                    <a:pt x="10601706" y="2141728"/>
                  </a:lnTo>
                  <a:lnTo>
                    <a:pt x="10601706" y="2148078"/>
                  </a:lnTo>
                  <a:lnTo>
                    <a:pt x="158750" y="2148078"/>
                  </a:lnTo>
                  <a:lnTo>
                    <a:pt x="158750" y="2141728"/>
                  </a:lnTo>
                  <a:lnTo>
                    <a:pt x="158750" y="2148078"/>
                  </a:lnTo>
                  <a:cubicBezTo>
                    <a:pt x="71120" y="2148078"/>
                    <a:pt x="0" y="2077339"/>
                    <a:pt x="0" y="1990090"/>
                  </a:cubicBezTo>
                  <a:lnTo>
                    <a:pt x="0" y="157988"/>
                  </a:lnTo>
                  <a:lnTo>
                    <a:pt x="6350" y="157988"/>
                  </a:lnTo>
                  <a:lnTo>
                    <a:pt x="0" y="157988"/>
                  </a:lnTo>
                  <a:moveTo>
                    <a:pt x="12700" y="157988"/>
                  </a:moveTo>
                  <a:lnTo>
                    <a:pt x="12700" y="1990090"/>
                  </a:lnTo>
                  <a:lnTo>
                    <a:pt x="6350" y="1990090"/>
                  </a:lnTo>
                  <a:lnTo>
                    <a:pt x="12700" y="1990090"/>
                  </a:lnTo>
                  <a:cubicBezTo>
                    <a:pt x="12700" y="2070354"/>
                    <a:pt x="78105" y="2135378"/>
                    <a:pt x="158750" y="2135378"/>
                  </a:cubicBezTo>
                  <a:lnTo>
                    <a:pt x="10601706" y="2135378"/>
                  </a:lnTo>
                  <a:cubicBezTo>
                    <a:pt x="10682351" y="2135378"/>
                    <a:pt x="10747756" y="2070354"/>
                    <a:pt x="10747756" y="1990090"/>
                  </a:cubicBezTo>
                  <a:lnTo>
                    <a:pt x="10747756" y="157988"/>
                  </a:lnTo>
                  <a:cubicBezTo>
                    <a:pt x="10747756" y="77724"/>
                    <a:pt x="10682351" y="12700"/>
                    <a:pt x="10601706" y="12700"/>
                  </a:cubicBezTo>
                  <a:lnTo>
                    <a:pt x="158750" y="12700"/>
                  </a:lnTo>
                  <a:lnTo>
                    <a:pt x="158750" y="6350"/>
                  </a:lnTo>
                  <a:lnTo>
                    <a:pt x="158750" y="12700"/>
                  </a:lnTo>
                  <a:cubicBezTo>
                    <a:pt x="78105" y="12700"/>
                    <a:pt x="12700" y="77724"/>
                    <a:pt x="12700" y="157988"/>
                  </a:cubicBezTo>
                  <a:close/>
                </a:path>
              </a:pathLst>
            </a:custGeom>
            <a:solidFill>
              <a:srgbClr val="8D2424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1228130" y="7900244"/>
            <a:ext cx="3563391" cy="445294"/>
            <a:chOff x="0" y="0"/>
            <a:chExt cx="4751188" cy="593725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751188" cy="593725"/>
            </a:xfrm>
            <a:custGeom>
              <a:avLst/>
              <a:gdLst/>
              <a:ahLst/>
              <a:cxnLst/>
              <a:rect l="l" t="t" r="r" b="b"/>
              <a:pathLst>
                <a:path w="4751188" h="593725">
                  <a:moveTo>
                    <a:pt x="0" y="0"/>
                  </a:moveTo>
                  <a:lnTo>
                    <a:pt x="4751188" y="0"/>
                  </a:lnTo>
                  <a:lnTo>
                    <a:pt x="4751188" y="593725"/>
                  </a:lnTo>
                  <a:lnTo>
                    <a:pt x="0" y="5937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28575"/>
              <a:ext cx="4751188" cy="6223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00"/>
                </a:lnSpc>
              </a:pPr>
              <a:r>
                <a:rPr lang="en-US" sz="2750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Teamwork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228130" y="8507909"/>
            <a:ext cx="7500342" cy="433388"/>
            <a:chOff x="0" y="0"/>
            <a:chExt cx="10000457" cy="57785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0000457" cy="577850"/>
            </a:xfrm>
            <a:custGeom>
              <a:avLst/>
              <a:gdLst/>
              <a:ahLst/>
              <a:cxnLst/>
              <a:rect l="l" t="t" r="r" b="b"/>
              <a:pathLst>
                <a:path w="10000457" h="577850">
                  <a:moveTo>
                    <a:pt x="0" y="0"/>
                  </a:moveTo>
                  <a:lnTo>
                    <a:pt x="10000457" y="0"/>
                  </a:lnTo>
                  <a:lnTo>
                    <a:pt x="10000457" y="577850"/>
                  </a:lnTo>
                  <a:lnTo>
                    <a:pt x="0" y="5778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-76200"/>
              <a:ext cx="10000457" cy="6540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74"/>
                </a:lnSpc>
              </a:pPr>
              <a:r>
                <a:rPr lang="en-US" sz="2125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Collaboration and version control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274671" y="7615237"/>
            <a:ext cx="8070354" cy="1611065"/>
            <a:chOff x="0" y="0"/>
            <a:chExt cx="10760472" cy="2148087"/>
          </a:xfrm>
        </p:grpSpPr>
        <p:sp>
          <p:nvSpPr>
            <p:cNvPr id="37" name="Freeform 37"/>
            <p:cNvSpPr/>
            <p:nvPr/>
          </p:nvSpPr>
          <p:spPr>
            <a:xfrm>
              <a:off x="6350" y="6350"/>
              <a:ext cx="10747756" cy="2135378"/>
            </a:xfrm>
            <a:custGeom>
              <a:avLst/>
              <a:gdLst/>
              <a:ahLst/>
              <a:cxnLst/>
              <a:rect l="l" t="t" r="r" b="b"/>
              <a:pathLst>
                <a:path w="10747756" h="2135378">
                  <a:moveTo>
                    <a:pt x="0" y="151638"/>
                  </a:moveTo>
                  <a:cubicBezTo>
                    <a:pt x="0" y="67945"/>
                    <a:pt x="68199" y="0"/>
                    <a:pt x="152400" y="0"/>
                  </a:cubicBezTo>
                  <a:lnTo>
                    <a:pt x="10595356" y="0"/>
                  </a:lnTo>
                  <a:cubicBezTo>
                    <a:pt x="10679557" y="0"/>
                    <a:pt x="10747756" y="67945"/>
                    <a:pt x="10747756" y="151638"/>
                  </a:cubicBezTo>
                  <a:lnTo>
                    <a:pt x="10747756" y="1983740"/>
                  </a:lnTo>
                  <a:cubicBezTo>
                    <a:pt x="10747756" y="2067560"/>
                    <a:pt x="10679557" y="2135378"/>
                    <a:pt x="10595356" y="2135378"/>
                  </a:cubicBezTo>
                  <a:lnTo>
                    <a:pt x="152400" y="2135378"/>
                  </a:lnTo>
                  <a:cubicBezTo>
                    <a:pt x="68199" y="2135378"/>
                    <a:pt x="0" y="2067433"/>
                    <a:pt x="0" y="1983740"/>
                  </a:cubicBezTo>
                  <a:close/>
                </a:path>
              </a:pathLst>
            </a:custGeom>
            <a:solidFill>
              <a:srgbClr val="740B0B"/>
            </a:solidFill>
          </p:spPr>
        </p:sp>
        <p:sp>
          <p:nvSpPr>
            <p:cNvPr id="38" name="Freeform 38"/>
            <p:cNvSpPr/>
            <p:nvPr/>
          </p:nvSpPr>
          <p:spPr>
            <a:xfrm>
              <a:off x="0" y="0"/>
              <a:ext cx="10760456" cy="2148078"/>
            </a:xfrm>
            <a:custGeom>
              <a:avLst/>
              <a:gdLst/>
              <a:ahLst/>
              <a:cxnLst/>
              <a:rect l="l" t="t" r="r" b="b"/>
              <a:pathLst>
                <a:path w="10760456" h="2148078">
                  <a:moveTo>
                    <a:pt x="0" y="157988"/>
                  </a:moveTo>
                  <a:cubicBezTo>
                    <a:pt x="0" y="70739"/>
                    <a:pt x="71120" y="0"/>
                    <a:pt x="158750" y="0"/>
                  </a:cubicBezTo>
                  <a:lnTo>
                    <a:pt x="10601706" y="0"/>
                  </a:lnTo>
                  <a:lnTo>
                    <a:pt x="10601706" y="6350"/>
                  </a:lnTo>
                  <a:lnTo>
                    <a:pt x="10601706" y="0"/>
                  </a:lnTo>
                  <a:cubicBezTo>
                    <a:pt x="10689337" y="0"/>
                    <a:pt x="10760456" y="70739"/>
                    <a:pt x="10760456" y="157988"/>
                  </a:cubicBezTo>
                  <a:lnTo>
                    <a:pt x="10754106" y="157988"/>
                  </a:lnTo>
                  <a:lnTo>
                    <a:pt x="10760456" y="157988"/>
                  </a:lnTo>
                  <a:lnTo>
                    <a:pt x="10760456" y="1990090"/>
                  </a:lnTo>
                  <a:lnTo>
                    <a:pt x="10754106" y="1990090"/>
                  </a:lnTo>
                  <a:lnTo>
                    <a:pt x="10760456" y="1990090"/>
                  </a:lnTo>
                  <a:cubicBezTo>
                    <a:pt x="10760456" y="2077339"/>
                    <a:pt x="10689337" y="2148078"/>
                    <a:pt x="10601706" y="2148078"/>
                  </a:cubicBezTo>
                  <a:lnTo>
                    <a:pt x="10601706" y="2141728"/>
                  </a:lnTo>
                  <a:lnTo>
                    <a:pt x="10601706" y="2148078"/>
                  </a:lnTo>
                  <a:lnTo>
                    <a:pt x="158750" y="2148078"/>
                  </a:lnTo>
                  <a:lnTo>
                    <a:pt x="158750" y="2141728"/>
                  </a:lnTo>
                  <a:lnTo>
                    <a:pt x="158750" y="2148078"/>
                  </a:lnTo>
                  <a:cubicBezTo>
                    <a:pt x="71120" y="2148078"/>
                    <a:pt x="0" y="2077339"/>
                    <a:pt x="0" y="1990090"/>
                  </a:cubicBezTo>
                  <a:lnTo>
                    <a:pt x="0" y="157988"/>
                  </a:lnTo>
                  <a:lnTo>
                    <a:pt x="6350" y="157988"/>
                  </a:lnTo>
                  <a:lnTo>
                    <a:pt x="0" y="157988"/>
                  </a:lnTo>
                  <a:moveTo>
                    <a:pt x="12700" y="157988"/>
                  </a:moveTo>
                  <a:lnTo>
                    <a:pt x="12700" y="1990090"/>
                  </a:lnTo>
                  <a:lnTo>
                    <a:pt x="6350" y="1990090"/>
                  </a:lnTo>
                  <a:lnTo>
                    <a:pt x="12700" y="1990090"/>
                  </a:lnTo>
                  <a:cubicBezTo>
                    <a:pt x="12700" y="2070354"/>
                    <a:pt x="78105" y="2135378"/>
                    <a:pt x="158750" y="2135378"/>
                  </a:cubicBezTo>
                  <a:lnTo>
                    <a:pt x="10601706" y="2135378"/>
                  </a:lnTo>
                  <a:cubicBezTo>
                    <a:pt x="10682351" y="2135378"/>
                    <a:pt x="10747756" y="2070354"/>
                    <a:pt x="10747756" y="1990090"/>
                  </a:cubicBezTo>
                  <a:lnTo>
                    <a:pt x="10747756" y="157988"/>
                  </a:lnTo>
                  <a:cubicBezTo>
                    <a:pt x="10747756" y="77724"/>
                    <a:pt x="10682351" y="12700"/>
                    <a:pt x="10601706" y="12700"/>
                  </a:cubicBezTo>
                  <a:lnTo>
                    <a:pt x="158750" y="12700"/>
                  </a:lnTo>
                  <a:lnTo>
                    <a:pt x="158750" y="6350"/>
                  </a:lnTo>
                  <a:lnTo>
                    <a:pt x="158750" y="12700"/>
                  </a:lnTo>
                  <a:cubicBezTo>
                    <a:pt x="78105" y="12700"/>
                    <a:pt x="12700" y="77724"/>
                    <a:pt x="12700" y="157988"/>
                  </a:cubicBezTo>
                  <a:close/>
                </a:path>
              </a:pathLst>
            </a:custGeom>
            <a:solidFill>
              <a:srgbClr val="8D2424"/>
            </a:solidFill>
          </p:spPr>
        </p:sp>
      </p:grpSp>
      <p:grpSp>
        <p:nvGrpSpPr>
          <p:cNvPr id="39" name="Group 39"/>
          <p:cNvGrpSpPr/>
          <p:nvPr/>
        </p:nvGrpSpPr>
        <p:grpSpPr>
          <a:xfrm>
            <a:off x="9559678" y="7900244"/>
            <a:ext cx="3563391" cy="445294"/>
            <a:chOff x="0" y="0"/>
            <a:chExt cx="4751188" cy="593725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4751188" cy="593725"/>
            </a:xfrm>
            <a:custGeom>
              <a:avLst/>
              <a:gdLst/>
              <a:ahLst/>
              <a:cxnLst/>
              <a:rect l="l" t="t" r="r" b="b"/>
              <a:pathLst>
                <a:path w="4751188" h="593725">
                  <a:moveTo>
                    <a:pt x="0" y="0"/>
                  </a:moveTo>
                  <a:lnTo>
                    <a:pt x="4751188" y="0"/>
                  </a:lnTo>
                  <a:lnTo>
                    <a:pt x="4751188" y="593725"/>
                  </a:lnTo>
                  <a:lnTo>
                    <a:pt x="0" y="5937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0" y="-28575"/>
              <a:ext cx="4751188" cy="6223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00"/>
                </a:lnSpc>
              </a:pPr>
              <a:r>
                <a:rPr lang="en-US" sz="2750">
                  <a:solidFill>
                    <a:srgbClr val="FFE5E5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AI Education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9559678" y="8507909"/>
            <a:ext cx="7500342" cy="433388"/>
            <a:chOff x="0" y="0"/>
            <a:chExt cx="10000457" cy="57785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0000457" cy="577850"/>
            </a:xfrm>
            <a:custGeom>
              <a:avLst/>
              <a:gdLst/>
              <a:ahLst/>
              <a:cxnLst/>
              <a:rect l="l" t="t" r="r" b="b"/>
              <a:pathLst>
                <a:path w="10000457" h="577850">
                  <a:moveTo>
                    <a:pt x="0" y="0"/>
                  </a:moveTo>
                  <a:lnTo>
                    <a:pt x="10000457" y="0"/>
                  </a:lnTo>
                  <a:lnTo>
                    <a:pt x="10000457" y="577850"/>
                  </a:lnTo>
                  <a:lnTo>
                    <a:pt x="0" y="5778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0" y="-76200"/>
              <a:ext cx="10000457" cy="6540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74"/>
                </a:lnSpc>
              </a:pPr>
              <a:r>
                <a:rPr lang="en-US" sz="2125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Applying AI in academic tools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4763" y="62805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A0A">
                <a:alpha val="90196"/>
              </a:srgbClr>
            </a:solidFill>
          </p:spPr>
        </p:sp>
      </p:grpSp>
      <p:sp>
        <p:nvSpPr>
          <p:cNvPr id="5" name="Freeform 5" descr="preencoded.png"/>
          <p:cNvSpPr/>
          <p:nvPr/>
        </p:nvSpPr>
        <p:spPr>
          <a:xfrm>
            <a:off x="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7595219" y="3314700"/>
            <a:ext cx="7126933" cy="890885"/>
            <a:chOff x="0" y="0"/>
            <a:chExt cx="9502577" cy="118784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502577" cy="1187847"/>
            </a:xfrm>
            <a:custGeom>
              <a:avLst/>
              <a:gdLst/>
              <a:ahLst/>
              <a:cxnLst/>
              <a:rect l="l" t="t" r="r" b="b"/>
              <a:pathLst>
                <a:path w="9502577" h="1187847">
                  <a:moveTo>
                    <a:pt x="0" y="0"/>
                  </a:moveTo>
                  <a:lnTo>
                    <a:pt x="9502577" y="0"/>
                  </a:lnTo>
                  <a:lnTo>
                    <a:pt x="9502577" y="1187847"/>
                  </a:lnTo>
                  <a:lnTo>
                    <a:pt x="0" y="118784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9502577" cy="121642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7000"/>
                </a:lnSpc>
              </a:pPr>
              <a:r>
                <a:rPr lang="en-US" sz="6600" dirty="0">
                  <a:solidFill>
                    <a:srgbClr val="FAEBEB"/>
                  </a:solidFill>
                  <a:latin typeface="Dela Gothic One"/>
                  <a:ea typeface="Dela Gothic One"/>
                  <a:cs typeface="Dela Gothic One"/>
                  <a:sym typeface="Dela Gothic One"/>
                </a:rPr>
                <a:t>Thank You!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805886" y="5206305"/>
            <a:ext cx="9534228" cy="433388"/>
            <a:chOff x="0" y="0"/>
            <a:chExt cx="12712303" cy="5778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712303" cy="577850"/>
            </a:xfrm>
            <a:custGeom>
              <a:avLst/>
              <a:gdLst/>
              <a:ahLst/>
              <a:cxnLst/>
              <a:rect l="l" t="t" r="r" b="b"/>
              <a:pathLst>
                <a:path w="12712303" h="577850">
                  <a:moveTo>
                    <a:pt x="0" y="0"/>
                  </a:moveTo>
                  <a:lnTo>
                    <a:pt x="12712303" y="0"/>
                  </a:lnTo>
                  <a:lnTo>
                    <a:pt x="12712303" y="577850"/>
                  </a:lnTo>
                  <a:lnTo>
                    <a:pt x="0" y="5778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76200"/>
              <a:ext cx="12712303" cy="6540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74"/>
                </a:lnSpc>
              </a:pPr>
              <a:r>
                <a:rPr lang="en-US" sz="2125" dirty="0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We appreciate your time and support.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805886" y="5944344"/>
            <a:ext cx="9534228" cy="433388"/>
            <a:chOff x="0" y="0"/>
            <a:chExt cx="12712303" cy="5778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712303" cy="577850"/>
            </a:xfrm>
            <a:custGeom>
              <a:avLst/>
              <a:gdLst/>
              <a:ahLst/>
              <a:cxnLst/>
              <a:rect l="l" t="t" r="r" b="b"/>
              <a:pathLst>
                <a:path w="12712303" h="577850">
                  <a:moveTo>
                    <a:pt x="0" y="0"/>
                  </a:moveTo>
                  <a:lnTo>
                    <a:pt x="12712303" y="0"/>
                  </a:lnTo>
                  <a:lnTo>
                    <a:pt x="12712303" y="577850"/>
                  </a:lnTo>
                  <a:lnTo>
                    <a:pt x="0" y="5778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76200"/>
              <a:ext cx="12712303" cy="6540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74"/>
                </a:lnSpc>
              </a:pPr>
              <a:r>
                <a:rPr lang="en-US" sz="2125">
                  <a:solidFill>
                    <a:srgbClr val="FFE5E5"/>
                  </a:solidFill>
                  <a:latin typeface="DM Sans"/>
                  <a:ea typeface="DM Sans"/>
                  <a:cs typeface="DM Sans"/>
                  <a:sym typeface="DM Sans"/>
                </a:rPr>
                <a:t>Neo Nova aims to enhance smart academic assistance for students.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276</Words>
  <Application>Microsoft Office PowerPoint</Application>
  <PresentationFormat>Custom</PresentationFormat>
  <Paragraphs>101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DM Sans</vt:lpstr>
      <vt:lpstr>Helvetica World Bold</vt:lpstr>
      <vt:lpstr>Arial</vt:lpstr>
      <vt:lpstr>Open Sauce Heavy</vt:lpstr>
      <vt:lpstr>Dela Gothic One</vt:lpstr>
      <vt:lpstr>Calibri</vt:lpstr>
      <vt:lpstr>Open Sauce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Neo-Nova-The-Futuristic-AI-Chatbot (1).pptx</dc:title>
  <dc:creator>Aditya sahani</dc:creator>
  <cp:lastModifiedBy>Aditya Sahani</cp:lastModifiedBy>
  <cp:revision>3</cp:revision>
  <dcterms:created xsi:type="dcterms:W3CDTF">2006-08-16T00:00:00Z</dcterms:created>
  <dcterms:modified xsi:type="dcterms:W3CDTF">2025-05-05T07:25:59Z</dcterms:modified>
  <dc:identifier>DAGleKWBw_Y</dc:identifier>
</cp:coreProperties>
</file>